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24384000" cy="13716000"/>
  <p:notesSz cx="6858000" cy="9144000"/>
  <p:embeddedFontLst>
    <p:embeddedFont>
      <p:font typeface="BM JUA "/>
      <p:regular r:id="rId78"/>
    </p:embeddedFont>
    <p:embeddedFont>
      <p:font typeface="Pretendard Black"/>
      <p:bold r:id="rId79"/>
    </p:embeddedFont>
    <p:embeddedFont>
      <p:font typeface="Pretendard Bold"/>
      <p:bold r:id="rId8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fonts/font1.fntdata" Type="http://schemas.openxmlformats.org/officeDocument/2006/relationships/font"/><Relationship Id="rId79" Target="fonts/font2.fntdata" Type="http://schemas.openxmlformats.org/officeDocument/2006/relationships/font"/><Relationship Id="rId8" Target="slides/slide3.xml" Type="http://schemas.openxmlformats.org/officeDocument/2006/relationships/slide"/><Relationship Id="rId80" Target="fonts/font3.fntdata" Type="http://schemas.openxmlformats.org/officeDocument/2006/relationships/font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1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2.png" Type="http://schemas.openxmlformats.org/officeDocument/2006/relationships/image"/><Relationship Id="rId12" Target="../media/image15.png" Type="http://schemas.openxmlformats.org/officeDocument/2006/relationships/image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2.png" Type="http://schemas.openxmlformats.org/officeDocument/2006/relationships/image"/><Relationship Id="rId2" Target="../media/image16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7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2" Target="../media/image2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2" Target="../media/image16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0.png" Type="http://schemas.openxmlformats.org/officeDocument/2006/relationships/image"/><Relationship Id="rId12" Target="../media/image22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2" Target="../media/image16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0.png" Type="http://schemas.openxmlformats.org/officeDocument/2006/relationships/image"/><Relationship Id="rId12" Target="../media/image22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2" Target="../media/image2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2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2" Target="../media/image16.png" Type="http://schemas.openxmlformats.org/officeDocument/2006/relationships/image"/><Relationship Id="rId3" Target="../media/image42.png" Type="http://schemas.openxmlformats.org/officeDocument/2006/relationships/image"/><Relationship Id="rId4" Target="../media/image35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2" Target="../media/image16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10.png" Type="http://schemas.openxmlformats.org/officeDocument/2006/relationships/image"/><Relationship Id="rId8" Target="../media/image12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53.png" Type="http://schemas.openxmlformats.org/officeDocument/2006/relationships/image"/><Relationship Id="rId2" Target="../media/image49.png" Type="http://schemas.openxmlformats.org/officeDocument/2006/relationships/image"/><Relationship Id="rId3" Target="../media/image4.png" Type="http://schemas.openxmlformats.org/officeDocument/2006/relationships/image"/><Relationship Id="rId4" Target="../media/image50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10.png" Type="http://schemas.openxmlformats.org/officeDocument/2006/relationships/image"/><Relationship Id="rId12" Target="../media/image12.png" Type="http://schemas.openxmlformats.org/officeDocument/2006/relationships/image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8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43.png" Type="http://schemas.openxmlformats.org/officeDocument/2006/relationships/image"/><Relationship Id="rId6" Target="../media/image19.png" Type="http://schemas.openxmlformats.org/officeDocument/2006/relationships/image"/><Relationship Id="rId7" Target="../media/image18.png" Type="http://schemas.openxmlformats.org/officeDocument/2006/relationships/image"/><Relationship Id="rId8" Target="../media/image21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2" Target="../media/image59.png" Type="http://schemas.openxmlformats.org/officeDocument/2006/relationships/image"/><Relationship Id="rId3" Target="../media/image29.png" Type="http://schemas.openxmlformats.org/officeDocument/2006/relationships/image"/><Relationship Id="rId4" Target="../media/image60.png" Type="http://schemas.openxmlformats.org/officeDocument/2006/relationships/image"/><Relationship Id="rId5" Target="../media/image43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1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2" Target="../media/image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73.png" Type="http://schemas.openxmlformats.org/officeDocument/2006/relationships/image"/><Relationship Id="rId2" Target="../media/image16.png" Type="http://schemas.openxmlformats.org/officeDocument/2006/relationships/image"/><Relationship Id="rId3" Target="../media/image35.png" Type="http://schemas.openxmlformats.org/officeDocument/2006/relationships/image"/><Relationship Id="rId4" Target="../media/image69.png" Type="http://schemas.openxmlformats.org/officeDocument/2006/relationships/image"/><Relationship Id="rId5" Target="../media/image18.png" Type="http://schemas.openxmlformats.org/officeDocument/2006/relationships/image"/><Relationship Id="rId6" Target="../media/image70.png" Type="http://schemas.openxmlformats.org/officeDocument/2006/relationships/image"/><Relationship Id="rId7" Target="../media/image19.png" Type="http://schemas.openxmlformats.org/officeDocument/2006/relationships/image"/><Relationship Id="rId8" Target="../media/image21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76.png" Type="http://schemas.openxmlformats.org/officeDocument/2006/relationships/image"/><Relationship Id="rId2" Target="../media/image7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76.png" Type="http://schemas.openxmlformats.org/officeDocument/2006/relationships/image"/><Relationship Id="rId2" Target="../media/image77.png" Type="http://schemas.openxmlformats.org/officeDocument/2006/relationships/image"/><Relationship Id="rId3" Target="../media/image3.png" Type="http://schemas.openxmlformats.org/officeDocument/2006/relationships/image"/><Relationship Id="rId4" Target="../media/image78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51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76.png" Type="http://schemas.openxmlformats.org/officeDocument/2006/relationships/image"/><Relationship Id="rId14" Target="../media/image82.png" Type="http://schemas.openxmlformats.org/officeDocument/2006/relationships/image"/><Relationship Id="rId15" Target="../media/image83.png" Type="http://schemas.openxmlformats.org/officeDocument/2006/relationships/image"/><Relationship Id="rId2" Target="../media/image80.png" Type="http://schemas.openxmlformats.org/officeDocument/2006/relationships/image"/><Relationship Id="rId3" Target="../media/image8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51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14" Target="../media/image28.png" Type="http://schemas.openxmlformats.org/officeDocument/2006/relationships/image"/><Relationship Id="rId15" Target="../media/image95.png" Type="http://schemas.openxmlformats.org/officeDocument/2006/relationships/image"/><Relationship Id="rId16" Target="../media/image96.png" Type="http://schemas.openxmlformats.org/officeDocument/2006/relationships/image"/><Relationship Id="rId2" Target="../media/image74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png" Type="http://schemas.openxmlformats.org/officeDocument/2006/relationships/image"/><Relationship Id="rId12" Target="../media/image89.png" Type="http://schemas.openxmlformats.org/officeDocument/2006/relationships/image"/><Relationship Id="rId13" Target="../media/image101.png" Type="http://schemas.openxmlformats.org/officeDocument/2006/relationships/image"/><Relationship Id="rId14" Target="../media/image92.png" Type="http://schemas.openxmlformats.org/officeDocument/2006/relationships/image"/><Relationship Id="rId2" Target="../media/image97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41.png" Type="http://schemas.openxmlformats.org/officeDocument/2006/relationships/image"/><Relationship Id="rId6" Target="../media/image37.png" Type="http://schemas.openxmlformats.org/officeDocument/2006/relationships/image"/><Relationship Id="rId7" Target="../media/image98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103.png" Type="http://schemas.openxmlformats.org/officeDocument/2006/relationships/image"/><Relationship Id="rId12" Target="../media/image104.png" Type="http://schemas.openxmlformats.org/officeDocument/2006/relationships/image"/><Relationship Id="rId13" Target="../media/image10.png" Type="http://schemas.openxmlformats.org/officeDocument/2006/relationships/image"/><Relationship Id="rId14" Target="../media/image8.png" Type="http://schemas.openxmlformats.org/officeDocument/2006/relationships/image"/><Relationship Id="rId15" Target="../media/image76.png" Type="http://schemas.openxmlformats.org/officeDocument/2006/relationships/image"/><Relationship Id="rId16" Target="../media/image105.png" Type="http://schemas.openxmlformats.org/officeDocument/2006/relationships/image"/><Relationship Id="rId17" Target="../media/image106.png" Type="http://schemas.openxmlformats.org/officeDocument/2006/relationships/image"/><Relationship Id="rId2" Target="../media/image7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3.png" Type="http://schemas.openxmlformats.org/officeDocument/2006/relationships/image"/><Relationship Id="rId8" Target="../media/image102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8.png" Type="http://schemas.openxmlformats.org/officeDocument/2006/relationships/image"/><Relationship Id="rId12" Target="../media/image76.png" Type="http://schemas.openxmlformats.org/officeDocument/2006/relationships/image"/><Relationship Id="rId13" Target="../media/image109.png" Type="http://schemas.openxmlformats.org/officeDocument/2006/relationships/image"/><Relationship Id="rId14" Target="../media/image110.png" Type="http://schemas.openxmlformats.org/officeDocument/2006/relationships/image"/><Relationship Id="rId15" Target="../media/image111.png" Type="http://schemas.openxmlformats.org/officeDocument/2006/relationships/image"/><Relationship Id="rId2" Target="../media/image107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3.png" Type="http://schemas.openxmlformats.org/officeDocument/2006/relationships/image"/><Relationship Id="rId7" Target="../media/image10.png" Type="http://schemas.openxmlformats.org/officeDocument/2006/relationships/image"/><Relationship Id="rId8" Target="../media/image5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png" Type="http://schemas.openxmlformats.org/officeDocument/2006/relationships/image"/><Relationship Id="rId11" Target="../media/image92.png" Type="http://schemas.openxmlformats.org/officeDocument/2006/relationships/image"/><Relationship Id="rId12" Target="../media/image117.png" Type="http://schemas.openxmlformats.org/officeDocument/2006/relationships/image"/><Relationship Id="rId13" Target="../media/image118.png" Type="http://schemas.openxmlformats.org/officeDocument/2006/relationships/image"/><Relationship Id="rId14" Target="../media/image119.png" Type="http://schemas.openxmlformats.org/officeDocument/2006/relationships/image"/><Relationship Id="rId15" Target="../media/image120.png" Type="http://schemas.openxmlformats.org/officeDocument/2006/relationships/image"/><Relationship Id="rId16" Target="../media/image121.png" Type="http://schemas.openxmlformats.org/officeDocument/2006/relationships/image"/><Relationship Id="rId17" Target="../media/image122.png" Type="http://schemas.openxmlformats.org/officeDocument/2006/relationships/image"/><Relationship Id="rId2" Target="../media/image97.png" Type="http://schemas.openxmlformats.org/officeDocument/2006/relationships/image"/><Relationship Id="rId3" Target="../media/image85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86.png" Type="http://schemas.openxmlformats.org/officeDocument/2006/relationships/image"/><Relationship Id="rId7" Target="../media/image114.png" Type="http://schemas.openxmlformats.org/officeDocument/2006/relationships/image"/><Relationship Id="rId8" Target="../media/image115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117.png" Type="http://schemas.openxmlformats.org/officeDocument/2006/relationships/image"/><Relationship Id="rId12" Target="../media/image124.png" Type="http://schemas.openxmlformats.org/officeDocument/2006/relationships/image"/><Relationship Id="rId13" Target="../media/image125.png" Type="http://schemas.openxmlformats.org/officeDocument/2006/relationships/image"/><Relationship Id="rId14" Target="../media/image126.png" Type="http://schemas.openxmlformats.org/officeDocument/2006/relationships/image"/><Relationship Id="rId15" Target="../media/image127.png" Type="http://schemas.openxmlformats.org/officeDocument/2006/relationships/image"/><Relationship Id="rId16" Target="../media/image122.png" Type="http://schemas.openxmlformats.org/officeDocument/2006/relationships/image"/><Relationship Id="rId17" Target="../media/image128.png" Type="http://schemas.openxmlformats.org/officeDocument/2006/relationships/image"/><Relationship Id="rId2" Target="../media/image74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91.png" Type="http://schemas.openxmlformats.org/officeDocument/2006/relationships/image"/><Relationship Id="rId6" Target="../media/image86.png" Type="http://schemas.openxmlformats.org/officeDocument/2006/relationships/image"/><Relationship Id="rId7" Target="../media/image123.png" Type="http://schemas.openxmlformats.org/officeDocument/2006/relationships/image"/><Relationship Id="rId8" Target="../media/image115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9.png" Type="http://schemas.openxmlformats.org/officeDocument/2006/relationships/image"/><Relationship Id="rId3" Target="../media/image2.png" Type="http://schemas.openxmlformats.org/officeDocument/2006/relationships/image"/><Relationship Id="rId4" Target="../media/image130.png" Type="http://schemas.openxmlformats.org/officeDocument/2006/relationships/image"/><Relationship Id="rId5" Target="../media/image13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35.png" Type="http://schemas.openxmlformats.org/officeDocument/2006/relationships/image"/><Relationship Id="rId14" Target="../media/image136.png" Type="http://schemas.openxmlformats.org/officeDocument/2006/relationships/image"/><Relationship Id="rId2" Target="../media/image2.png" Type="http://schemas.openxmlformats.org/officeDocument/2006/relationships/image"/><Relationship Id="rId3" Target="../media/image132.png" Type="http://schemas.openxmlformats.org/officeDocument/2006/relationships/image"/><Relationship Id="rId4" Target="../media/image133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13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137.png" Type="http://schemas.openxmlformats.org/officeDocument/2006/relationships/image"/><Relationship Id="rId4" Target="../media/image60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8.png" Type="http://schemas.openxmlformats.org/officeDocument/2006/relationships/image"/><Relationship Id="rId4" Target="../media/image139.png" Type="http://schemas.openxmlformats.org/officeDocument/2006/relationships/image"/><Relationship Id="rId5" Target="../media/image14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png" Type="http://schemas.openxmlformats.org/officeDocument/2006/relationships/image"/><Relationship Id="rId12" Target="../media/image149.png" Type="http://schemas.openxmlformats.org/officeDocument/2006/relationships/image"/><Relationship Id="rId13" Target="../media/image150.png" Type="http://schemas.openxmlformats.org/officeDocument/2006/relationships/image"/><Relationship Id="rId14" Target="../media/image151.png" Type="http://schemas.openxmlformats.org/officeDocument/2006/relationships/image"/><Relationship Id="rId15" Target="../media/image152.png" Type="http://schemas.openxmlformats.org/officeDocument/2006/relationships/image"/><Relationship Id="rId16" Target="../media/image153.png" Type="http://schemas.openxmlformats.org/officeDocument/2006/relationships/image"/><Relationship Id="rId17" Target="../media/image154.png" Type="http://schemas.openxmlformats.org/officeDocument/2006/relationships/image"/><Relationship Id="rId18" Target="../media/image155.png" Type="http://schemas.openxmlformats.org/officeDocument/2006/relationships/image"/><Relationship Id="rId2" Target="../media/image141.png" Type="http://schemas.openxmlformats.org/officeDocument/2006/relationships/image"/><Relationship Id="rId3" Target="../media/image3.png" Type="http://schemas.openxmlformats.org/officeDocument/2006/relationships/image"/><Relationship Id="rId4" Target="../media/image142.png" Type="http://schemas.openxmlformats.org/officeDocument/2006/relationships/image"/><Relationship Id="rId5" Target="../media/image143.png" Type="http://schemas.openxmlformats.org/officeDocument/2006/relationships/image"/><Relationship Id="rId6" Target="../media/image144.png" Type="http://schemas.openxmlformats.org/officeDocument/2006/relationships/image"/><Relationship Id="rId7" Target="../media/image145.png" Type="http://schemas.openxmlformats.org/officeDocument/2006/relationships/image"/><Relationship Id="rId8" Target="../media/image146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29.png" Type="http://schemas.openxmlformats.org/officeDocument/2006/relationships/image"/><Relationship Id="rId4" Target="../media/image6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9.png" Type="http://schemas.openxmlformats.org/officeDocument/2006/relationships/image"/><Relationship Id="rId3" Target="../media/image157.png" Type="http://schemas.openxmlformats.org/officeDocument/2006/relationships/image"/><Relationship Id="rId4" Target="../media/image130.png" Type="http://schemas.openxmlformats.org/officeDocument/2006/relationships/image"/><Relationship Id="rId5" Target="../media/image131.png" Type="http://schemas.openxmlformats.org/officeDocument/2006/relationships/image"/><Relationship Id="rId6" Target="../media/image158.png" Type="http://schemas.openxmlformats.org/officeDocument/2006/relationships/image"/><Relationship Id="rId7" Target="../media/image15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11" Target="../media/image164.png" Type="http://schemas.openxmlformats.org/officeDocument/2006/relationships/image"/><Relationship Id="rId12" Target="../media/image165.png" Type="http://schemas.openxmlformats.org/officeDocument/2006/relationships/image"/><Relationship Id="rId13" Target="../media/image166.png" Type="http://schemas.openxmlformats.org/officeDocument/2006/relationships/image"/><Relationship Id="rId2" Target="../media/image160.png" Type="http://schemas.openxmlformats.org/officeDocument/2006/relationships/image"/><Relationship Id="rId3" Target="../media/image161.png" Type="http://schemas.openxmlformats.org/officeDocument/2006/relationships/image"/><Relationship Id="rId4" Target="../media/image4.png" Type="http://schemas.openxmlformats.org/officeDocument/2006/relationships/image"/><Relationship Id="rId5" Target="../media/image142.png" Type="http://schemas.openxmlformats.org/officeDocument/2006/relationships/image"/><Relationship Id="rId6" Target="../media/image162.png" Type="http://schemas.openxmlformats.org/officeDocument/2006/relationships/image"/><Relationship Id="rId7" Target="../media/image163.png" Type="http://schemas.openxmlformats.org/officeDocument/2006/relationships/image"/><Relationship Id="rId8" Target="../media/image10.pn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8.png" Type="http://schemas.openxmlformats.org/officeDocument/2006/relationships/image"/><Relationship Id="rId11" Target="../media/image149.png" Type="http://schemas.openxmlformats.org/officeDocument/2006/relationships/image"/><Relationship Id="rId12" Target="../media/image170.png" Type="http://schemas.openxmlformats.org/officeDocument/2006/relationships/image"/><Relationship Id="rId13" Target="../media/image171.png" Type="http://schemas.openxmlformats.org/officeDocument/2006/relationships/image"/><Relationship Id="rId14" Target="../media/image172.png" Type="http://schemas.openxmlformats.org/officeDocument/2006/relationships/image"/><Relationship Id="rId15" Target="../media/image173.png" Type="http://schemas.openxmlformats.org/officeDocument/2006/relationships/image"/><Relationship Id="rId2" Target="../media/image167.png" Type="http://schemas.openxmlformats.org/officeDocument/2006/relationships/image"/><Relationship Id="rId3" Target="../media/image3.png" Type="http://schemas.openxmlformats.org/officeDocument/2006/relationships/image"/><Relationship Id="rId4" Target="../media/image168.png" Type="http://schemas.openxmlformats.org/officeDocument/2006/relationships/image"/><Relationship Id="rId5" Target="../media/image142.png" Type="http://schemas.openxmlformats.org/officeDocument/2006/relationships/image"/><Relationship Id="rId6" Target="../media/image143.png" Type="http://schemas.openxmlformats.org/officeDocument/2006/relationships/image"/><Relationship Id="rId7" Target="../media/image163.png" Type="http://schemas.openxmlformats.org/officeDocument/2006/relationships/image"/><Relationship Id="rId8" Target="../media/image10.png" Type="http://schemas.openxmlformats.org/officeDocument/2006/relationships/image"/><Relationship Id="rId9" Target="../media/image169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4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4.png" Type="http://schemas.openxmlformats.org/officeDocument/2006/relationships/image"/><Relationship Id="rId2" Target="../media/image176.png" Type="http://schemas.openxmlformats.org/officeDocument/2006/relationships/image"/><Relationship Id="rId3" Target="../media/image177.png" Type="http://schemas.openxmlformats.org/officeDocument/2006/relationships/image"/><Relationship Id="rId4" Target="../media/image178.png" Type="http://schemas.openxmlformats.org/officeDocument/2006/relationships/image"/><Relationship Id="rId5" Target="../media/image179.png" Type="http://schemas.openxmlformats.org/officeDocument/2006/relationships/image"/><Relationship Id="rId6" Target="../media/image180.png" Type="http://schemas.openxmlformats.org/officeDocument/2006/relationships/image"/><Relationship Id="rId7" Target="../media/image181.png" Type="http://schemas.openxmlformats.org/officeDocument/2006/relationships/image"/><Relationship Id="rId8" Target="../media/image182.png" Type="http://schemas.openxmlformats.org/officeDocument/2006/relationships/image"/><Relationship Id="rId9" Target="../media/image183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Relationship Id="rId3" Target="../media/image185.png" Type="http://schemas.openxmlformats.org/officeDocument/2006/relationships/image"/><Relationship Id="rId4" Target="../media/image186.png" Type="http://schemas.openxmlformats.org/officeDocument/2006/relationships/image"/><Relationship Id="rId5" Target="../media/image187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7.png" Type="http://schemas.openxmlformats.org/officeDocument/2006/relationships/image"/><Relationship Id="rId11" Target="../media/image196.png" Type="http://schemas.openxmlformats.org/officeDocument/2006/relationships/image"/><Relationship Id="rId12" Target="../media/image197.png" Type="http://schemas.openxmlformats.org/officeDocument/2006/relationships/image"/><Relationship Id="rId13" Target="../media/image198.png" Type="http://schemas.openxmlformats.org/officeDocument/2006/relationships/image"/><Relationship Id="rId14" Target="../media/image199.png" Type="http://schemas.openxmlformats.org/officeDocument/2006/relationships/image"/><Relationship Id="rId15" Target="../media/image200.png" Type="http://schemas.openxmlformats.org/officeDocument/2006/relationships/image"/><Relationship Id="rId16" Target="../media/image201.png" Type="http://schemas.openxmlformats.org/officeDocument/2006/relationships/image"/><Relationship Id="rId17" Target="../media/image202.png" Type="http://schemas.openxmlformats.org/officeDocument/2006/relationships/image"/><Relationship Id="rId18" Target="../media/image203.png" Type="http://schemas.openxmlformats.org/officeDocument/2006/relationships/image"/><Relationship Id="rId19" Target="../media/image204.png" Type="http://schemas.openxmlformats.org/officeDocument/2006/relationships/image"/><Relationship Id="rId2" Target="../media/image188.png" Type="http://schemas.openxmlformats.org/officeDocument/2006/relationships/image"/><Relationship Id="rId20" Target="../media/image205.png" Type="http://schemas.openxmlformats.org/officeDocument/2006/relationships/image"/><Relationship Id="rId3" Target="../media/image189.png" Type="http://schemas.openxmlformats.org/officeDocument/2006/relationships/image"/><Relationship Id="rId4" Target="../media/image190.png" Type="http://schemas.openxmlformats.org/officeDocument/2006/relationships/image"/><Relationship Id="rId5" Target="../media/image191.png" Type="http://schemas.openxmlformats.org/officeDocument/2006/relationships/image"/><Relationship Id="rId6" Target="../media/image192.png" Type="http://schemas.openxmlformats.org/officeDocument/2006/relationships/image"/><Relationship Id="rId7" Target="../media/image193.png" Type="http://schemas.openxmlformats.org/officeDocument/2006/relationships/image"/><Relationship Id="rId8" Target="../media/image194.png" Type="http://schemas.openxmlformats.org/officeDocument/2006/relationships/image"/><Relationship Id="rId9" Target="../media/image195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3.png" Type="http://schemas.openxmlformats.org/officeDocument/2006/relationships/image"/><Relationship Id="rId11" Target="../media/image214.png" Type="http://schemas.openxmlformats.org/officeDocument/2006/relationships/image"/><Relationship Id="rId12" Target="../media/image215.png" Type="http://schemas.openxmlformats.org/officeDocument/2006/relationships/image"/><Relationship Id="rId13" Target="../media/image216.png" Type="http://schemas.openxmlformats.org/officeDocument/2006/relationships/image"/><Relationship Id="rId14" Target="../media/image217.png" Type="http://schemas.openxmlformats.org/officeDocument/2006/relationships/image"/><Relationship Id="rId15" Target="../media/image218.png" Type="http://schemas.openxmlformats.org/officeDocument/2006/relationships/image"/><Relationship Id="rId16" Target="../media/image219.png" Type="http://schemas.openxmlformats.org/officeDocument/2006/relationships/image"/><Relationship Id="rId17" Target="../media/image220.png" Type="http://schemas.openxmlformats.org/officeDocument/2006/relationships/image"/><Relationship Id="rId18" Target="../media/image221.png" Type="http://schemas.openxmlformats.org/officeDocument/2006/relationships/image"/><Relationship Id="rId19" Target="../media/image222.png" Type="http://schemas.openxmlformats.org/officeDocument/2006/relationships/image"/><Relationship Id="rId2" Target="../media/image176.png" Type="http://schemas.openxmlformats.org/officeDocument/2006/relationships/image"/><Relationship Id="rId20" Target="../media/image223.png" Type="http://schemas.openxmlformats.org/officeDocument/2006/relationships/image"/><Relationship Id="rId21" Target="../media/image224.png" Type="http://schemas.openxmlformats.org/officeDocument/2006/relationships/image"/><Relationship Id="rId22" Target="../media/image225.png" Type="http://schemas.openxmlformats.org/officeDocument/2006/relationships/image"/><Relationship Id="rId23" Target="../media/image226.png" Type="http://schemas.openxmlformats.org/officeDocument/2006/relationships/image"/><Relationship Id="rId3" Target="../media/image206.png" Type="http://schemas.openxmlformats.org/officeDocument/2006/relationships/image"/><Relationship Id="rId4" Target="../media/image207.png" Type="http://schemas.openxmlformats.org/officeDocument/2006/relationships/image"/><Relationship Id="rId5" Target="../media/image208.png" Type="http://schemas.openxmlformats.org/officeDocument/2006/relationships/image"/><Relationship Id="rId6" Target="../media/image209.png" Type="http://schemas.openxmlformats.org/officeDocument/2006/relationships/image"/><Relationship Id="rId7" Target="../media/image210.png" Type="http://schemas.openxmlformats.org/officeDocument/2006/relationships/image"/><Relationship Id="rId8" Target="../media/image211.png" Type="http://schemas.openxmlformats.org/officeDocument/2006/relationships/image"/><Relationship Id="rId9" Target="../media/image212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7.png" Type="http://schemas.openxmlformats.org/officeDocument/2006/relationships/image"/><Relationship Id="rId3" Target="../media/image228.png" Type="http://schemas.openxmlformats.org/officeDocument/2006/relationships/image"/><Relationship Id="rId4" Target="../media/image229.png" Type="http://schemas.openxmlformats.org/officeDocument/2006/relationships/image"/><Relationship Id="rId5" Target="../media/image230.png" Type="http://schemas.openxmlformats.org/officeDocument/2006/relationships/image"/><Relationship Id="rId6" Target="../media/image231.png" Type="http://schemas.openxmlformats.org/officeDocument/2006/relationships/image"/><Relationship Id="rId7" Target="../media/image232.png" Type="http://schemas.openxmlformats.org/officeDocument/2006/relationships/image"/><Relationship Id="rId8" Target="../media/image233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7.png" Type="http://schemas.openxmlformats.org/officeDocument/2006/relationships/image"/><Relationship Id="rId11" Target="../media/image238.png" Type="http://schemas.openxmlformats.org/officeDocument/2006/relationships/image"/><Relationship Id="rId12" Target="../media/image213.png" Type="http://schemas.openxmlformats.org/officeDocument/2006/relationships/image"/><Relationship Id="rId13" Target="../media/image239.png" Type="http://schemas.openxmlformats.org/officeDocument/2006/relationships/image"/><Relationship Id="rId14" Target="../media/image240.png" Type="http://schemas.openxmlformats.org/officeDocument/2006/relationships/image"/><Relationship Id="rId15" Target="../media/image241.png" Type="http://schemas.openxmlformats.org/officeDocument/2006/relationships/image"/><Relationship Id="rId16" Target="../media/image242.png" Type="http://schemas.openxmlformats.org/officeDocument/2006/relationships/image"/><Relationship Id="rId17" Target="../media/image243.png" Type="http://schemas.openxmlformats.org/officeDocument/2006/relationships/image"/><Relationship Id="rId18" Target="../media/image220.png" Type="http://schemas.openxmlformats.org/officeDocument/2006/relationships/image"/><Relationship Id="rId19" Target="../media/image221.png" Type="http://schemas.openxmlformats.org/officeDocument/2006/relationships/image"/><Relationship Id="rId2" Target="../media/image176.png" Type="http://schemas.openxmlformats.org/officeDocument/2006/relationships/image"/><Relationship Id="rId20" Target="../media/image222.png" Type="http://schemas.openxmlformats.org/officeDocument/2006/relationships/image"/><Relationship Id="rId21" Target="../media/image244.png" Type="http://schemas.openxmlformats.org/officeDocument/2006/relationships/image"/><Relationship Id="rId22" Target="../media/image245.png" Type="http://schemas.openxmlformats.org/officeDocument/2006/relationships/image"/><Relationship Id="rId23" Target="../media/image246.png" Type="http://schemas.openxmlformats.org/officeDocument/2006/relationships/image"/><Relationship Id="rId24" Target="../media/image247.png" Type="http://schemas.openxmlformats.org/officeDocument/2006/relationships/image"/><Relationship Id="rId25" Target="../media/image248.png" Type="http://schemas.openxmlformats.org/officeDocument/2006/relationships/image"/><Relationship Id="rId3" Target="../media/image234.png" Type="http://schemas.openxmlformats.org/officeDocument/2006/relationships/image"/><Relationship Id="rId4" Target="../media/image235.png" Type="http://schemas.openxmlformats.org/officeDocument/2006/relationships/image"/><Relationship Id="rId5" Target="../media/image207.png" Type="http://schemas.openxmlformats.org/officeDocument/2006/relationships/image"/><Relationship Id="rId6" Target="../media/image208.png" Type="http://schemas.openxmlformats.org/officeDocument/2006/relationships/image"/><Relationship Id="rId7" Target="../media/image209.png" Type="http://schemas.openxmlformats.org/officeDocument/2006/relationships/image"/><Relationship Id="rId8" Target="../media/image236.png" Type="http://schemas.openxmlformats.org/officeDocument/2006/relationships/image"/><Relationship Id="rId9" Target="../media/image211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7.png" Type="http://schemas.openxmlformats.org/officeDocument/2006/relationships/image"/><Relationship Id="rId11" Target="../media/image185.png" Type="http://schemas.openxmlformats.org/officeDocument/2006/relationships/image"/><Relationship Id="rId12" Target="../media/image256.png" Type="http://schemas.openxmlformats.org/officeDocument/2006/relationships/image"/><Relationship Id="rId13" Target="../media/image257.png" Type="http://schemas.openxmlformats.org/officeDocument/2006/relationships/image"/><Relationship Id="rId14" Target="../media/image198.png" Type="http://schemas.openxmlformats.org/officeDocument/2006/relationships/image"/><Relationship Id="rId15" Target="../media/image258.png" Type="http://schemas.openxmlformats.org/officeDocument/2006/relationships/image"/><Relationship Id="rId16" Target="../media/image200.png" Type="http://schemas.openxmlformats.org/officeDocument/2006/relationships/image"/><Relationship Id="rId17" Target="../media/image201.png" Type="http://schemas.openxmlformats.org/officeDocument/2006/relationships/image"/><Relationship Id="rId18" Target="../media/image202.png" Type="http://schemas.openxmlformats.org/officeDocument/2006/relationships/image"/><Relationship Id="rId19" Target="../media/image203.png" Type="http://schemas.openxmlformats.org/officeDocument/2006/relationships/image"/><Relationship Id="rId2" Target="../media/image176.png" Type="http://schemas.openxmlformats.org/officeDocument/2006/relationships/image"/><Relationship Id="rId20" Target="../media/image204.png" Type="http://schemas.openxmlformats.org/officeDocument/2006/relationships/image"/><Relationship Id="rId21" Target="../media/image259.png" Type="http://schemas.openxmlformats.org/officeDocument/2006/relationships/image"/><Relationship Id="rId22" Target="../media/image260.png" Type="http://schemas.openxmlformats.org/officeDocument/2006/relationships/image"/><Relationship Id="rId23" Target="../media/image261.png" Type="http://schemas.openxmlformats.org/officeDocument/2006/relationships/image"/><Relationship Id="rId24" Target="../media/image262.png" Type="http://schemas.openxmlformats.org/officeDocument/2006/relationships/image"/><Relationship Id="rId25" Target="../media/image263.png" Type="http://schemas.openxmlformats.org/officeDocument/2006/relationships/image"/><Relationship Id="rId26" Target="../media/image264.png" Type="http://schemas.openxmlformats.org/officeDocument/2006/relationships/image"/><Relationship Id="rId3" Target="../media/image249.png" Type="http://schemas.openxmlformats.org/officeDocument/2006/relationships/image"/><Relationship Id="rId4" Target="../media/image250.png" Type="http://schemas.openxmlformats.org/officeDocument/2006/relationships/image"/><Relationship Id="rId5" Target="../media/image251.png" Type="http://schemas.openxmlformats.org/officeDocument/2006/relationships/image"/><Relationship Id="rId6" Target="../media/image252.png" Type="http://schemas.openxmlformats.org/officeDocument/2006/relationships/image"/><Relationship Id="rId7" Target="../media/image253.png" Type="http://schemas.openxmlformats.org/officeDocument/2006/relationships/image"/><Relationship Id="rId8" Target="../media/image254.png" Type="http://schemas.openxmlformats.org/officeDocument/2006/relationships/image"/><Relationship Id="rId9" Target="../media/image255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7.png" Type="http://schemas.openxmlformats.org/officeDocument/2006/relationships/image"/><Relationship Id="rId11" Target="../media/image196.png" Type="http://schemas.openxmlformats.org/officeDocument/2006/relationships/image"/><Relationship Id="rId12" Target="../media/image272.png" Type="http://schemas.openxmlformats.org/officeDocument/2006/relationships/image"/><Relationship Id="rId13" Target="../media/image273.png" Type="http://schemas.openxmlformats.org/officeDocument/2006/relationships/image"/><Relationship Id="rId14" Target="../media/image274.png" Type="http://schemas.openxmlformats.org/officeDocument/2006/relationships/image"/><Relationship Id="rId15" Target="../media/image275.png" Type="http://schemas.openxmlformats.org/officeDocument/2006/relationships/image"/><Relationship Id="rId16" Target="../media/image200.png" Type="http://schemas.openxmlformats.org/officeDocument/2006/relationships/image"/><Relationship Id="rId17" Target="../media/image201.png" Type="http://schemas.openxmlformats.org/officeDocument/2006/relationships/image"/><Relationship Id="rId18" Target="../media/image202.png" Type="http://schemas.openxmlformats.org/officeDocument/2006/relationships/image"/><Relationship Id="rId19" Target="../media/image276.png" Type="http://schemas.openxmlformats.org/officeDocument/2006/relationships/image"/><Relationship Id="rId2" Target="../media/image265.png" Type="http://schemas.openxmlformats.org/officeDocument/2006/relationships/image"/><Relationship Id="rId20" Target="../media/image204.png" Type="http://schemas.openxmlformats.org/officeDocument/2006/relationships/image"/><Relationship Id="rId21" Target="../media/image205.png" Type="http://schemas.openxmlformats.org/officeDocument/2006/relationships/image"/><Relationship Id="rId22" Target="../media/image277.png" Type="http://schemas.openxmlformats.org/officeDocument/2006/relationships/image"/><Relationship Id="rId23" Target="../media/image278.png" Type="http://schemas.openxmlformats.org/officeDocument/2006/relationships/image"/><Relationship Id="rId3" Target="../media/image266.png" Type="http://schemas.openxmlformats.org/officeDocument/2006/relationships/image"/><Relationship Id="rId4" Target="../media/image267.png" Type="http://schemas.openxmlformats.org/officeDocument/2006/relationships/image"/><Relationship Id="rId5" Target="../media/image268.png" Type="http://schemas.openxmlformats.org/officeDocument/2006/relationships/image"/><Relationship Id="rId6" Target="../media/image192.png" Type="http://schemas.openxmlformats.org/officeDocument/2006/relationships/image"/><Relationship Id="rId7" Target="../media/image269.png" Type="http://schemas.openxmlformats.org/officeDocument/2006/relationships/image"/><Relationship Id="rId8" Target="../media/image270.pn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6.png" Type="http://schemas.openxmlformats.org/officeDocument/2006/relationships/image"/><Relationship Id="rId11" Target="../media/image287.png" Type="http://schemas.openxmlformats.org/officeDocument/2006/relationships/image"/><Relationship Id="rId12" Target="../media/image288.png" Type="http://schemas.openxmlformats.org/officeDocument/2006/relationships/image"/><Relationship Id="rId13" Target="../media/image289.png" Type="http://schemas.openxmlformats.org/officeDocument/2006/relationships/image"/><Relationship Id="rId14" Target="../media/image290.png" Type="http://schemas.openxmlformats.org/officeDocument/2006/relationships/image"/><Relationship Id="rId15" Target="../media/image291.png" Type="http://schemas.openxmlformats.org/officeDocument/2006/relationships/image"/><Relationship Id="rId16" Target="../media/image292.png" Type="http://schemas.openxmlformats.org/officeDocument/2006/relationships/image"/><Relationship Id="rId17" Target="../media/image293.png" Type="http://schemas.openxmlformats.org/officeDocument/2006/relationships/image"/><Relationship Id="rId18" Target="../media/image294.png" Type="http://schemas.openxmlformats.org/officeDocument/2006/relationships/image"/><Relationship Id="rId19" Target="../media/image295.png" Type="http://schemas.openxmlformats.org/officeDocument/2006/relationships/image"/><Relationship Id="rId2" Target="../media/image176.png" Type="http://schemas.openxmlformats.org/officeDocument/2006/relationships/image"/><Relationship Id="rId20" Target="../media/image296.png" Type="http://schemas.openxmlformats.org/officeDocument/2006/relationships/image"/><Relationship Id="rId21" Target="../media/image297.png" Type="http://schemas.openxmlformats.org/officeDocument/2006/relationships/image"/><Relationship Id="rId22" Target="../media/image298.png" Type="http://schemas.openxmlformats.org/officeDocument/2006/relationships/image"/><Relationship Id="rId23" Target="../media/image299.png" Type="http://schemas.openxmlformats.org/officeDocument/2006/relationships/image"/><Relationship Id="rId24" Target="../media/image300.png" Type="http://schemas.openxmlformats.org/officeDocument/2006/relationships/image"/><Relationship Id="rId25" Target="../media/image301.png" Type="http://schemas.openxmlformats.org/officeDocument/2006/relationships/image"/><Relationship Id="rId26" Target="../media/image302.png" Type="http://schemas.openxmlformats.org/officeDocument/2006/relationships/image"/><Relationship Id="rId27" Target="../media/image303.png" Type="http://schemas.openxmlformats.org/officeDocument/2006/relationships/image"/><Relationship Id="rId3" Target="../media/image279.png" Type="http://schemas.openxmlformats.org/officeDocument/2006/relationships/image"/><Relationship Id="rId4" Target="../media/image280.png" Type="http://schemas.openxmlformats.org/officeDocument/2006/relationships/image"/><Relationship Id="rId5" Target="../media/image281.png" Type="http://schemas.openxmlformats.org/officeDocument/2006/relationships/image"/><Relationship Id="rId6" Target="../media/image282.png" Type="http://schemas.openxmlformats.org/officeDocument/2006/relationships/image"/><Relationship Id="rId7" Target="../media/image283.png" Type="http://schemas.openxmlformats.org/officeDocument/2006/relationships/image"/><Relationship Id="rId8" Target="../media/image284.png" Type="http://schemas.openxmlformats.org/officeDocument/2006/relationships/image"/><Relationship Id="rId9" Target="../media/image285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7.png" Type="http://schemas.openxmlformats.org/officeDocument/2006/relationships/image"/><Relationship Id="rId11" Target="../media/image310.png" Type="http://schemas.openxmlformats.org/officeDocument/2006/relationships/image"/><Relationship Id="rId12" Target="../media/image194.png" Type="http://schemas.openxmlformats.org/officeDocument/2006/relationships/image"/><Relationship Id="rId13" Target="../media/image311.png" Type="http://schemas.openxmlformats.org/officeDocument/2006/relationships/image"/><Relationship Id="rId14" Target="../media/image312.png" Type="http://schemas.openxmlformats.org/officeDocument/2006/relationships/image"/><Relationship Id="rId15" Target="../media/image313.png" Type="http://schemas.openxmlformats.org/officeDocument/2006/relationships/image"/><Relationship Id="rId16" Target="../media/image200.png" Type="http://schemas.openxmlformats.org/officeDocument/2006/relationships/image"/><Relationship Id="rId17" Target="../media/image201.png" Type="http://schemas.openxmlformats.org/officeDocument/2006/relationships/image"/><Relationship Id="rId18" Target="../media/image314.png" Type="http://schemas.openxmlformats.org/officeDocument/2006/relationships/image"/><Relationship Id="rId19" Target="../media/image315.png" Type="http://schemas.openxmlformats.org/officeDocument/2006/relationships/image"/><Relationship Id="rId2" Target="../media/image176.png" Type="http://schemas.openxmlformats.org/officeDocument/2006/relationships/image"/><Relationship Id="rId20" Target="../media/image204.png" Type="http://schemas.openxmlformats.org/officeDocument/2006/relationships/image"/><Relationship Id="rId21" Target="../media/image316.png" Type="http://schemas.openxmlformats.org/officeDocument/2006/relationships/image"/><Relationship Id="rId22" Target="../media/image317.png" Type="http://schemas.openxmlformats.org/officeDocument/2006/relationships/image"/><Relationship Id="rId3" Target="../media/image304.png" Type="http://schemas.openxmlformats.org/officeDocument/2006/relationships/image"/><Relationship Id="rId4" Target="../media/image305.png" Type="http://schemas.openxmlformats.org/officeDocument/2006/relationships/image"/><Relationship Id="rId5" Target="../media/image306.png" Type="http://schemas.openxmlformats.org/officeDocument/2006/relationships/image"/><Relationship Id="rId6" Target="../media/image307.png" Type="http://schemas.openxmlformats.org/officeDocument/2006/relationships/image"/><Relationship Id="rId7" Target="../media/image308.png" Type="http://schemas.openxmlformats.org/officeDocument/2006/relationships/image"/><Relationship Id="rId8" Target="../media/image198.png" Type="http://schemas.openxmlformats.org/officeDocument/2006/relationships/image"/><Relationship Id="rId9" Target="../media/image309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5.png" Type="http://schemas.openxmlformats.org/officeDocument/2006/relationships/image"/><Relationship Id="rId11" Target="../media/image187.png" Type="http://schemas.openxmlformats.org/officeDocument/2006/relationships/image"/><Relationship Id="rId12" Target="../media/image274.png" Type="http://schemas.openxmlformats.org/officeDocument/2006/relationships/image"/><Relationship Id="rId13" Target="../media/image198.png" Type="http://schemas.openxmlformats.org/officeDocument/2006/relationships/image"/><Relationship Id="rId14" Target="../media/image326.png" Type="http://schemas.openxmlformats.org/officeDocument/2006/relationships/image"/><Relationship Id="rId15" Target="../media/image327.png" Type="http://schemas.openxmlformats.org/officeDocument/2006/relationships/image"/><Relationship Id="rId16" Target="../media/image200.png" Type="http://schemas.openxmlformats.org/officeDocument/2006/relationships/image"/><Relationship Id="rId17" Target="../media/image201.png" Type="http://schemas.openxmlformats.org/officeDocument/2006/relationships/image"/><Relationship Id="rId18" Target="../media/image202.png" Type="http://schemas.openxmlformats.org/officeDocument/2006/relationships/image"/><Relationship Id="rId19" Target="../media/image203.png" Type="http://schemas.openxmlformats.org/officeDocument/2006/relationships/image"/><Relationship Id="rId2" Target="../media/image318.png" Type="http://schemas.openxmlformats.org/officeDocument/2006/relationships/image"/><Relationship Id="rId20" Target="../media/image204.png" Type="http://schemas.openxmlformats.org/officeDocument/2006/relationships/image"/><Relationship Id="rId21" Target="../media/image328.png" Type="http://schemas.openxmlformats.org/officeDocument/2006/relationships/image"/><Relationship Id="rId3" Target="../media/image319.png" Type="http://schemas.openxmlformats.org/officeDocument/2006/relationships/image"/><Relationship Id="rId4" Target="../media/image320.png" Type="http://schemas.openxmlformats.org/officeDocument/2006/relationships/image"/><Relationship Id="rId5" Target="../media/image321.png" Type="http://schemas.openxmlformats.org/officeDocument/2006/relationships/image"/><Relationship Id="rId6" Target="../media/image322.png" Type="http://schemas.openxmlformats.org/officeDocument/2006/relationships/image"/><Relationship Id="rId7" Target="../media/image179.png" Type="http://schemas.openxmlformats.org/officeDocument/2006/relationships/image"/><Relationship Id="rId8" Target="../media/image323.png" Type="http://schemas.openxmlformats.org/officeDocument/2006/relationships/image"/><Relationship Id="rId9" Target="../media/image324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6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9.png" Type="http://schemas.openxmlformats.org/officeDocument/2006/relationships/image"/><Relationship Id="rId3" Target="../media/image330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1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2.png" Type="http://schemas.openxmlformats.org/officeDocument/2006/relationships/image"/><Relationship Id="rId3" Target="../media/image333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2.png" Type="http://schemas.openxmlformats.org/officeDocument/2006/relationships/image"/><Relationship Id="rId3" Target="../media/image333.png" Type="http://schemas.openxmlformats.org/officeDocument/2006/relationships/image"/><Relationship Id="rId4" Target="../media/image334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2500" y="3162300"/>
            <a:ext cx="14617700" cy="1854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0409" b="true" i="false" u="none" strike="noStrike">
                <a:solidFill>
                  <a:srgbClr val="5D6DBE"/>
                </a:solidFill>
                <a:latin typeface="BM JUA "/>
              </a:rPr>
              <a:t>Blocking VS Non-Blocking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2500" y="5003800"/>
            <a:ext cx="9055100" cy="1854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0409" b="true" i="false" u="none" strike="noStrike">
                <a:solidFill>
                  <a:srgbClr val="9FA9D8"/>
                </a:solidFill>
                <a:latin typeface="BM JUA "/>
              </a:rPr>
              <a:t>Sync VS Async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431000" y="11010900"/>
            <a:ext cx="90932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BM JUA "/>
              </a:rPr>
              <a:t>정정교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2500" y="1676400"/>
            <a:ext cx="3886200" cy="1663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9333" b="false" i="false" u="none" strike="noStrike">
                <a:solidFill>
                  <a:srgbClr val="5D6DBE"/>
                </a:solidFill>
                <a:ea typeface="BM JUA "/>
              </a:rPr>
              <a:t>목차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2500" y="4368800"/>
            <a:ext cx="154051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595959"/>
                </a:solidFill>
                <a:latin typeface="BM JUA "/>
              </a:rPr>
              <a:t>1. Blocking     vs     Non-Blocking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22500" y="6261100"/>
            <a:ext cx="154051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595959"/>
                </a:solidFill>
                <a:latin typeface="BM JUA "/>
              </a:rPr>
              <a:t>2. Synchronous  vs Asynchronous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2500" y="8166100"/>
            <a:ext cx="154051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595959"/>
                </a:solidFill>
                <a:latin typeface="BM JUA "/>
              </a:rPr>
              <a:t>3. 4</a:t>
            </a:r>
            <a:r>
              <a:rPr lang="ko-KR" sz="6666" b="true" i="false" u="none" strike="noStrike">
                <a:solidFill>
                  <a:srgbClr val="595959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595959"/>
                </a:solidFill>
                <a:ea typeface="BM JUA "/>
              </a:rPr>
              <a:t>조합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231100" y="0"/>
            <a:ext cx="14109700" cy="14109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222500" y="10071100"/>
            <a:ext cx="154051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595959"/>
                </a:solidFill>
                <a:latin typeface="BM JUA "/>
              </a:rPr>
              <a:t>4. I/O Multiplexing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870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     vs     Non-Blocking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7200" y="3606800"/>
            <a:ext cx="21259800" cy="2844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Blocking </a:t>
            </a:r>
          </a:p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자신의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진행하다가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시작되면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끝날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때까지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5333" b="false" i="false" u="none" strike="noStrike">
                <a:solidFill>
                  <a:srgbClr val="D94925"/>
                </a:solidFill>
                <a:ea typeface="BM JUA "/>
              </a:rPr>
              <a:t>기다렸다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자신의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시작하는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7200" y="8280400"/>
            <a:ext cx="21259800" cy="189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Non - Blocking </a:t>
            </a:r>
          </a:p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주체의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작업에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5333" b="false" i="false" u="none" strike="noStrike">
                <a:solidFill>
                  <a:srgbClr val="D94925"/>
                </a:solidFill>
                <a:ea typeface="BM JUA "/>
              </a:rPr>
              <a:t>관련없이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자신의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하는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것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858000" y="571500"/>
            <a:ext cx="107950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     vs     Non-Blocking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7200" y="8864600"/>
            <a:ext cx="21259800" cy="189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블로킹과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논블록킹은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단어에서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알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수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있듯이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요청의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작업을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처리하기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위해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현재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작업을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block(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차단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,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대기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하냐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안하냐의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유무를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나타낸다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. ...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블롸블롸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31400" y="3670300"/>
            <a:ext cx="5067300" cy="2616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4682" b="false" i="false" u="none" strike="noStrike">
                <a:solidFill>
                  <a:srgbClr val="595959"/>
                </a:solidFill>
                <a:ea typeface="BM JUA "/>
              </a:rPr>
              <a:t>제어권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600" y="6858000"/>
            <a:ext cx="21259800" cy="952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주체가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작업할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때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자신의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제어권이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있는지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16800" y="5308600"/>
            <a:ext cx="1333500" cy="133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483600" y="4267200"/>
            <a:ext cx="2032000" cy="11938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8737600" y="4597400"/>
            <a:ext cx="17653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나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제어권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95600" y="5308600"/>
            <a:ext cx="1333500" cy="1333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95600" y="7950200"/>
            <a:ext cx="1333500" cy="1333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395700" y="6858000"/>
            <a:ext cx="2032000" cy="11938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6535400" y="7188200"/>
            <a:ext cx="1765300" cy="533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끝났다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~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188200" y="7950200"/>
            <a:ext cx="1333500" cy="1333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8300" y="2654300"/>
            <a:ext cx="1409700" cy="393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842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54600" y="2654300"/>
            <a:ext cx="1409700" cy="393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2578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838200" y="4940300"/>
            <a:ext cx="38100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60800" y="4940300"/>
            <a:ext cx="3810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3302000"/>
            <a:ext cx="2921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5410200"/>
            <a:ext cx="2921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38800" y="4254500"/>
            <a:ext cx="292100" cy="1155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20800" y="4216400"/>
            <a:ext cx="41656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320800" y="5372100"/>
            <a:ext cx="41656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85900" y="3632200"/>
            <a:ext cx="5842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20344865">
            <a:off x="10845800" y="7251700"/>
            <a:ext cx="2692400" cy="2692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7106900" y="7251700"/>
            <a:ext cx="2692400" cy="269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" y="2654300"/>
            <a:ext cx="1409700" cy="393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842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54600" y="2654300"/>
            <a:ext cx="1409700" cy="393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2705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825500" y="4940300"/>
            <a:ext cx="38100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860800" y="4940300"/>
            <a:ext cx="38100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" y="3302000"/>
            <a:ext cx="2921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9800" y="5410200"/>
            <a:ext cx="2921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38800" y="4254500"/>
            <a:ext cx="292100" cy="1155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3500" y="4216400"/>
            <a:ext cx="41656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333500" y="5372100"/>
            <a:ext cx="41656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914900" y="3632200"/>
            <a:ext cx="584200" cy="5842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7106900" y="7251700"/>
            <a:ext cx="2692400" cy="269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338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검토할때까지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기다리세요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2900" y="2654300"/>
            <a:ext cx="1409700" cy="393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461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16500" y="2654300"/>
            <a:ext cx="1409700" cy="393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2324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863600" y="4940300"/>
            <a:ext cx="38100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835400" y="4940300"/>
            <a:ext cx="38100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14400" y="3302000"/>
            <a:ext cx="2921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14400" y="5410200"/>
            <a:ext cx="2921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00700" y="4254500"/>
            <a:ext cx="292100" cy="1155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95400" y="4216400"/>
            <a:ext cx="41656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295400" y="5372100"/>
            <a:ext cx="4165600" cy="63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876800" y="4787900"/>
            <a:ext cx="584200" cy="584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7106900" y="7251700"/>
            <a:ext cx="2692400" cy="269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338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이제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가세요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2900" y="2654300"/>
            <a:ext cx="1409700" cy="393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461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16500" y="2654300"/>
            <a:ext cx="1409700" cy="393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2324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863600" y="4940300"/>
            <a:ext cx="38100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835400" y="4940300"/>
            <a:ext cx="38100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14400" y="3302000"/>
            <a:ext cx="2921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14400" y="5410200"/>
            <a:ext cx="2921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00700" y="4254500"/>
            <a:ext cx="292100" cy="1155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95400" y="4216400"/>
            <a:ext cx="41656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295400" y="5372100"/>
            <a:ext cx="4165600" cy="63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93800" y="4787900"/>
            <a:ext cx="584200" cy="584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0909300" y="7404100"/>
            <a:ext cx="2692400" cy="269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338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이제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가세요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2900" y="2654300"/>
            <a:ext cx="1409700" cy="393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461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16500" y="2654300"/>
            <a:ext cx="1409700" cy="393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2324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863600" y="4940300"/>
            <a:ext cx="38100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835400" y="4940300"/>
            <a:ext cx="38100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4400" y="3302000"/>
            <a:ext cx="2921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14400" y="5410200"/>
            <a:ext cx="2921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00700" y="4254500"/>
            <a:ext cx="292100" cy="1155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95400" y="4216400"/>
            <a:ext cx="41656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1295400" y="5372100"/>
            <a:ext cx="4165600" cy="63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93800" y="4787900"/>
            <a:ext cx="584200" cy="584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617200" y="596900"/>
            <a:ext cx="3149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Blocking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715500" y="596900"/>
            <a:ext cx="49657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7416800" y="6972300"/>
            <a:ext cx="95123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16800" y="5308600"/>
            <a:ext cx="1333500" cy="133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40500" y="7048500"/>
            <a:ext cx="647700" cy="4699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272000" y="6718300"/>
            <a:ext cx="647700" cy="3810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7416800" y="10375900"/>
            <a:ext cx="9512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0452100"/>
            <a:ext cx="444500" cy="50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197100" y="101854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1734800"/>
            <a:ext cx="444500" cy="508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197100" y="114808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T3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483600" y="4267200"/>
            <a:ext cx="20320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8737600" y="4597400"/>
            <a:ext cx="17653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나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제어권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715500" y="596900"/>
            <a:ext cx="49657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7048500"/>
            <a:ext cx="647700" cy="469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0" y="6718300"/>
            <a:ext cx="647700" cy="3810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416800" y="6972300"/>
            <a:ext cx="95123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10452100"/>
            <a:ext cx="4445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7100" y="101854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595600" y="5283200"/>
            <a:ext cx="1333500" cy="133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416800" y="10375900"/>
            <a:ext cx="9512300" cy="139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11734800"/>
            <a:ext cx="444500" cy="508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197100" y="114808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T3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789400" y="4546600"/>
            <a:ext cx="16383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6929100" y="4876800"/>
            <a:ext cx="1358900" cy="533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복귀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715500" y="596900"/>
            <a:ext cx="49657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0452100"/>
            <a:ext cx="4445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7100" y="101854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7048500"/>
            <a:ext cx="647700" cy="4699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0" y="6718300"/>
            <a:ext cx="647700" cy="3810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416800" y="6972300"/>
            <a:ext cx="95123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16800" y="5257800"/>
            <a:ext cx="1333500" cy="133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416800" y="10375900"/>
            <a:ext cx="9512300" cy="139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1734800"/>
            <a:ext cx="444500" cy="508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197100" y="114808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T3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0845800" y="7251700"/>
            <a:ext cx="2692400" cy="269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787400" y="4940300"/>
            <a:ext cx="38100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6400" y="2654300"/>
            <a:ext cx="1409700" cy="393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223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92700" y="2654300"/>
            <a:ext cx="1409700" cy="393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2959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7900" y="3302000"/>
            <a:ext cx="2921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71600" y="4216400"/>
            <a:ext cx="41656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371600" y="4368800"/>
            <a:ext cx="41656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4000" y="3632200"/>
            <a:ext cx="5842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898900" y="4940300"/>
            <a:ext cx="38100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7900" y="4394200"/>
            <a:ext cx="292100" cy="2057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76900" y="4254500"/>
            <a:ext cx="292100" cy="1663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371600" y="5854700"/>
            <a:ext cx="4165600" cy="635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715500" y="596900"/>
            <a:ext cx="49657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7106900" y="7251700"/>
            <a:ext cx="2692400" cy="269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" y="2654300"/>
            <a:ext cx="1409700" cy="393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842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54600" y="2654300"/>
            <a:ext cx="1409700" cy="393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2705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825500" y="4940300"/>
            <a:ext cx="38100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860800" y="4940300"/>
            <a:ext cx="38100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" y="3302000"/>
            <a:ext cx="2921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9800" y="4394200"/>
            <a:ext cx="292100" cy="2057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38800" y="4254500"/>
            <a:ext cx="292100" cy="1663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3500" y="4216400"/>
            <a:ext cx="41656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333500" y="4368800"/>
            <a:ext cx="41656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914900" y="3619500"/>
            <a:ext cx="584200" cy="584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333500" y="5854700"/>
            <a:ext cx="4165600" cy="635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715500" y="596900"/>
            <a:ext cx="49657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8300" y="2654300"/>
            <a:ext cx="1409700" cy="393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842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54600" y="2654300"/>
            <a:ext cx="1409700" cy="393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2705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825500" y="4940300"/>
            <a:ext cx="38100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860800" y="4940300"/>
            <a:ext cx="3810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3302000"/>
            <a:ext cx="2921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9800" y="4394200"/>
            <a:ext cx="292100" cy="205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38800" y="4254500"/>
            <a:ext cx="2921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216400"/>
            <a:ext cx="41656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333500" y="4368800"/>
            <a:ext cx="41656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914900" y="3619500"/>
            <a:ext cx="5842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333500" y="5854700"/>
            <a:ext cx="41656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20344865">
            <a:off x="17106900" y="7251700"/>
            <a:ext cx="2692400" cy="2692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64338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검토할테니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돌아가세요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596900"/>
            <a:ext cx="49657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344865">
            <a:off x="17106900" y="7251700"/>
            <a:ext cx="2692400" cy="269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0200" y="2654300"/>
            <a:ext cx="1409700" cy="393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334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03800" y="2654300"/>
            <a:ext cx="1409700" cy="393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219700" y="2692400"/>
            <a:ext cx="10541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75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876300" y="4940300"/>
            <a:ext cx="38100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822700" y="4940300"/>
            <a:ext cx="38100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01700" y="3302000"/>
            <a:ext cx="2921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01700" y="4394200"/>
            <a:ext cx="292100" cy="205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88000" y="4254500"/>
            <a:ext cx="292100" cy="1663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2700" y="4216400"/>
            <a:ext cx="4165600" cy="6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282700" y="4368800"/>
            <a:ext cx="41656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2700" y="3606800"/>
            <a:ext cx="584200" cy="584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282700" y="5854700"/>
            <a:ext cx="4165600" cy="6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64338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...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읽는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중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...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500" y="596900"/>
            <a:ext cx="49657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Sync VS Async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5600" y="3606800"/>
            <a:ext cx="21259800" cy="2844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Synchronous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동기</a:t>
            </a:r>
          </a:p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Syn (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함께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) + Chrono (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시간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)</a:t>
            </a:r>
          </a:p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동시에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수행하거나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,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동시에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끝나거나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,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끝나는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동시에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시작됨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15300" y="9588500"/>
            <a:ext cx="2857500" cy="3467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25600" y="8775700"/>
            <a:ext cx="21259800" cy="18923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B96BC6"/>
                </a:solidFill>
                <a:latin typeface="BM JUA "/>
              </a:rPr>
              <a:t>A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synchronous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비동기</a:t>
            </a:r>
          </a:p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시작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,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종료가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일치하지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않으며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,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끝나는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동시에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시작을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하지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않음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15200" y="4914900"/>
            <a:ext cx="16764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82900" y="4914900"/>
            <a:ext cx="16764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972300" y="7607300"/>
            <a:ext cx="1676400" cy="16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376900" y="6413500"/>
            <a:ext cx="2908300" cy="11938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8669000" y="6743700"/>
            <a:ext cx="2870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작업을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수행하고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45500" y="7251700"/>
            <a:ext cx="3937000" cy="11938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8737600" y="7581900"/>
            <a:ext cx="3632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끝난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요청을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돌려받아요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0900" y="3073400"/>
            <a:ext cx="1270000" cy="355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41400" y="3111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67300" y="3073400"/>
            <a:ext cx="1270000" cy="355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257800" y="3111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228600" y="5130800"/>
            <a:ext cx="3429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000500" y="5130800"/>
            <a:ext cx="34290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8900" y="3657600"/>
            <a:ext cx="254000" cy="850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58900" y="5549900"/>
            <a:ext cx="254000" cy="850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588000" y="4508500"/>
            <a:ext cx="254000" cy="1041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4500" y="4483100"/>
            <a:ext cx="37465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1714500" y="5524500"/>
            <a:ext cx="37465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927600" y="3797300"/>
            <a:ext cx="660400" cy="66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20344865">
            <a:off x="16700500" y="7251700"/>
            <a:ext cx="2692400" cy="2692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64338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읽는중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...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565900" y="3505200"/>
            <a:ext cx="7670800" cy="35052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0739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기다림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or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다른일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0782300" y="7137400"/>
            <a:ext cx="2692400" cy="269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459200" y="40640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읽고난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후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...)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65900" y="3505200"/>
            <a:ext cx="7670800" cy="3505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073900" y="40640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기다림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or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다른일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59200" y="50927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이렇게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해주세요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73900" y="50927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...!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바로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처리하겠습니다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0900" y="3073400"/>
            <a:ext cx="1270000" cy="355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41400" y="3111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67300" y="3073400"/>
            <a:ext cx="1270000" cy="355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257800" y="3111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28600" y="5130800"/>
            <a:ext cx="34290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000500" y="5130800"/>
            <a:ext cx="34290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58900" y="3657600"/>
            <a:ext cx="254000" cy="850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58900" y="5549900"/>
            <a:ext cx="254000" cy="850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0" y="4508500"/>
            <a:ext cx="254000" cy="1041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14500" y="4483100"/>
            <a:ext cx="3746500" cy="5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714500" y="5524500"/>
            <a:ext cx="3746500" cy="50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36700" y="4864100"/>
            <a:ext cx="660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Asynchronous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비동기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16800" y="5308600"/>
            <a:ext cx="1333500" cy="133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40500" y="7531100"/>
            <a:ext cx="647700" cy="2844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272000" y="6718300"/>
            <a:ext cx="647700" cy="812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7416800" y="11049000"/>
            <a:ext cx="9512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0452100"/>
            <a:ext cx="444500" cy="50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197100" y="101854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1734800"/>
            <a:ext cx="444500" cy="508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197100" y="114808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T3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251700" y="4940300"/>
            <a:ext cx="1676400" cy="16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540500" y="11188700"/>
            <a:ext cx="647700" cy="1054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246600" y="10375900"/>
            <a:ext cx="647700" cy="812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416800" y="7327900"/>
            <a:ext cx="2908300" cy="11938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7708900" y="7658100"/>
            <a:ext cx="2870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내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할일을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해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Asynchronous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비동기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7531100"/>
            <a:ext cx="647700" cy="2844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0" y="6718300"/>
            <a:ext cx="6477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7416800" y="11049000"/>
            <a:ext cx="95123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0452100"/>
            <a:ext cx="444500" cy="50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197100" y="101854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11734800"/>
            <a:ext cx="444500" cy="50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197100" y="114808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T3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16800" y="9347200"/>
            <a:ext cx="1676400" cy="1676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540500" y="11188700"/>
            <a:ext cx="647700" cy="1054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46600" y="10375900"/>
            <a:ext cx="647700" cy="812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763000" y="8597900"/>
            <a:ext cx="3784600" cy="1511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9334500" y="8839200"/>
            <a:ext cx="2870200" cy="1054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돌아온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응답을</a:t>
            </a:r>
          </a:p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바로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처리안해도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됨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46700" y="9931400"/>
            <a:ext cx="1689100" cy="11938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8338800" y="10261600"/>
            <a:ext cx="12573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작업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끝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Asynchronous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비동기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0900" y="3200400"/>
            <a:ext cx="1270000" cy="355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41400" y="3238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67300" y="3200400"/>
            <a:ext cx="1270000" cy="355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257800" y="3238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14500" y="4610100"/>
            <a:ext cx="37465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4500" y="4076700"/>
            <a:ext cx="520700" cy="52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28600" y="5257800"/>
            <a:ext cx="3429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000500" y="5257800"/>
            <a:ext cx="34290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58900" y="4953000"/>
            <a:ext cx="254000" cy="1117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588000" y="4635500"/>
            <a:ext cx="254000" cy="317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714500" y="6350000"/>
            <a:ext cx="37465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58900" y="3784600"/>
            <a:ext cx="254000" cy="850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51000" y="3937000"/>
            <a:ext cx="6604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8900" y="6400800"/>
            <a:ext cx="254000" cy="419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588000" y="6083300"/>
            <a:ext cx="254000" cy="317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0344865">
            <a:off x="16700500" y="7251700"/>
            <a:ext cx="2692400" cy="2692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64338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읽는중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...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565900" y="3505200"/>
            <a:ext cx="7670800" cy="35052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7073900" y="46736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기다림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or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다른일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Asynchronous (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비동기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00" y="3073400"/>
            <a:ext cx="1270000" cy="355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12800" y="3111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38700" y="3073400"/>
            <a:ext cx="1270000" cy="355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029200" y="3111500"/>
            <a:ext cx="952500" cy="279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76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4483100"/>
            <a:ext cx="37465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457200" y="5130800"/>
            <a:ext cx="34290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771900" y="5130800"/>
            <a:ext cx="3429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4826000"/>
            <a:ext cx="254000" cy="1117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72100" y="4508500"/>
            <a:ext cx="254000" cy="317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485900" y="6223000"/>
            <a:ext cx="37465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3657600"/>
            <a:ext cx="254000" cy="850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85900" y="5549900"/>
            <a:ext cx="660400" cy="66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6273800"/>
            <a:ext cx="254000" cy="419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59400" y="5956300"/>
            <a:ext cx="254000" cy="317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76900" y="5778500"/>
            <a:ext cx="660400" cy="469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5791200" y="5905500"/>
            <a:ext cx="495300" cy="203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168" b="false" i="false" u="none" strike="noStrike">
                <a:solidFill>
                  <a:srgbClr val="595959"/>
                </a:solidFill>
                <a:ea typeface="BM JUA "/>
              </a:rPr>
              <a:t>작업</a:t>
            </a:r>
            <a:r>
              <a:rPr lang="en-US" sz="1168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1168" b="false" i="false" u="none" strike="noStrike">
                <a:solidFill>
                  <a:srgbClr val="595959"/>
                </a:solidFill>
                <a:ea typeface="BM JUA "/>
              </a:rPr>
              <a:t>끝</a:t>
            </a:r>
            <a:r>
              <a:rPr lang="en-US" sz="1168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023100" y="6743700"/>
            <a:ext cx="5486400" cy="548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177000" y="7531100"/>
            <a:ext cx="3327400" cy="3924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0344865">
            <a:off x="10782300" y="7137400"/>
            <a:ext cx="2692400" cy="2692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913100" y="3505200"/>
            <a:ext cx="7670800" cy="3505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6459200" y="40640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읽고난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후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...)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565900" y="3505200"/>
            <a:ext cx="7670800" cy="35052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7073900" y="40640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기다림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or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다른일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50927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이렇게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해주세요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73900" y="5092700"/>
            <a:ext cx="6629400" cy="901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언젠가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080" b="false" i="false" u="none" strike="noStrike">
                <a:solidFill>
                  <a:srgbClr val="595959"/>
                </a:solidFill>
                <a:ea typeface="BM JUA "/>
              </a:rPr>
              <a:t>처리하겠습니다</a:t>
            </a:r>
            <a:r>
              <a:rPr lang="en-US" sz="5080" b="false" i="false" u="none" strike="noStrike">
                <a:solidFill>
                  <a:srgbClr val="595959"/>
                </a:solidFill>
                <a:latin typeface="BM JUA 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10300" y="596900"/>
            <a:ext cx="119634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Sync VS Async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7200" y="8864600"/>
            <a:ext cx="21259800" cy="3797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Synchronous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는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 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요청한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작업에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대해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완료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여부를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따져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순차대로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처리하는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것을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말한다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. Asynchronous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는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 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앞에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 A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라는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접두사가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붙어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 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부정하는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형태이다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.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그래서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 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동기와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반대로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요청한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작업에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대해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완료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여부를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따지지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않기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때문에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자신의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다음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작업을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그대로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수행하게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9E9E9E"/>
                </a:solidFill>
                <a:ea typeface="BM JUA "/>
              </a:rPr>
              <a:t>된다</a:t>
            </a:r>
            <a:r>
              <a:rPr lang="en-US" sz="5333" b="false" i="false" u="none" strike="noStrike">
                <a:solidFill>
                  <a:srgbClr val="9E9E9E"/>
                </a:solidFill>
                <a:latin typeface="BM JUA 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66700" y="3670300"/>
            <a:ext cx="24930100" cy="2616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14682" b="false" i="false" u="none" strike="noStrike">
                <a:solidFill>
                  <a:srgbClr val="595959"/>
                </a:solidFill>
                <a:ea typeface="BM JUA "/>
              </a:rPr>
              <a:t>순서와</a:t>
            </a:r>
            <a:r>
              <a:rPr lang="en-US" sz="14682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14682" b="false" i="false" u="none" strike="noStrike">
                <a:solidFill>
                  <a:srgbClr val="595959"/>
                </a:solidFill>
                <a:ea typeface="BM JUA "/>
              </a:rPr>
              <a:t>결과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600" y="6858000"/>
            <a:ext cx="21259800" cy="952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완료됐을때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순서와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결과에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관심이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있는지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여부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27200" y="3225800"/>
            <a:ext cx="20891500" cy="9537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0600" y="7035800"/>
            <a:ext cx="1625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Sync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40100" y="10668000"/>
            <a:ext cx="2006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Async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1500" y="4089400"/>
            <a:ext cx="2514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Blocking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4000" y="4089400"/>
            <a:ext cx="39624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Non-Blocking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85200" y="7035800"/>
            <a:ext cx="42672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Blocking/Sync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87700" y="7035800"/>
            <a:ext cx="57150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Non-Blocking/Sync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4700" y="10668000"/>
            <a:ext cx="46355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Blocking/Async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09900" y="10668000"/>
            <a:ext cx="60960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Non-Blocking/Async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8800" y="5676900"/>
            <a:ext cx="206883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854200" y="7937500"/>
            <a:ext cx="94742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9906000" y="8013700"/>
            <a:ext cx="94742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9296400"/>
            <a:ext cx="206883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(1) Blocking/Sync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489200" y="8293100"/>
            <a:ext cx="87122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489200" y="8229600"/>
            <a:ext cx="86741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6591300"/>
            <a:ext cx="4445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08000" y="8293100"/>
            <a:ext cx="8712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40500" y="4546600"/>
            <a:ext cx="6477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9347200"/>
            <a:ext cx="647700" cy="217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0" y="6718300"/>
            <a:ext cx="647700" cy="264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16800" y="66421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416800" y="9283700"/>
            <a:ext cx="95123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11480800"/>
            <a:ext cx="4445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47700" y="3073400"/>
            <a:ext cx="2387600" cy="660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47800" y="31369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100" y="63246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7100" y="11214100"/>
            <a:ext cx="863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T2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16800" y="4546600"/>
            <a:ext cx="4851400" cy="152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7975600" y="4775200"/>
            <a:ext cx="4406900" cy="1054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작업이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시작되는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동안</a:t>
            </a:r>
          </a:p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동작하지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않아요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 (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블로킹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16800" y="7581900"/>
            <a:ext cx="4762500" cy="1524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7975600" y="7810500"/>
            <a:ext cx="3784600" cy="1054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동기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결과를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반환하면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,</a:t>
            </a:r>
          </a:p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해당업무를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바로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처리해요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20900" y="83058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40400" y="90805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5930900" y="8801100"/>
            <a:ext cx="2692400" cy="2692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(1) Blocking/Sync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0900" y="3175000"/>
            <a:ext cx="16243300" cy="473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A : (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서류를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건네며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확인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부탁드립니다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
Process B :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다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읽을때까지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기다리세요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Process A : 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(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관심을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가지고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기다린다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...)</a:t>
            </a:r>
          </a:p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B : (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문제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해결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이렇게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해주세요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Process A : 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(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해당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업무를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바로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처리한다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)</a:t>
            </a:r>
            <a:b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</a:b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(1) Blocking/Sync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0700" y="4229100"/>
            <a:ext cx="11379200" cy="7480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61900" y="4229100"/>
            <a:ext cx="10985500" cy="180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674600" y="6629400"/>
            <a:ext cx="10960100" cy="5080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-76200" y="2768600"/>
            <a:ext cx="24549100" cy="952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입력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요청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-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자바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(2) Non-Blocking/Sync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159000" y="8623300"/>
            <a:ext cx="93599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928600" y="8585200"/>
            <a:ext cx="92710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540500" y="4546600"/>
            <a:ext cx="647700" cy="96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40500" y="9664700"/>
            <a:ext cx="647700" cy="406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72000" y="7315200"/>
            <a:ext cx="647700" cy="863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16800" y="5435600"/>
            <a:ext cx="95123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7442200" y="6184900"/>
            <a:ext cx="95123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54900" y="11480800"/>
            <a:ext cx="4762500" cy="1524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013700" y="11709400"/>
            <a:ext cx="3784600" cy="1054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동기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결과를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반환하면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,</a:t>
            </a:r>
          </a:p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해당업무를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바로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처리해요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272000" y="5499100"/>
            <a:ext cx="647700" cy="825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72000" y="8788400"/>
            <a:ext cx="647700" cy="863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246600" y="10058400"/>
            <a:ext cx="647700" cy="1155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540500" y="6324600"/>
            <a:ext cx="647700" cy="62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540500" y="8178800"/>
            <a:ext cx="647700" cy="622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16800" y="7315200"/>
            <a:ext cx="95123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540500" y="11214100"/>
            <a:ext cx="647700" cy="1257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7505700" y="8102600"/>
            <a:ext cx="95123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134600" y="6426200"/>
            <a:ext cx="3924300" cy="8128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0388600" y="6591300"/>
            <a:ext cx="3784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요청한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작업은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끝났나요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505700" y="9982200"/>
            <a:ext cx="9512300" cy="139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7454900" y="11176000"/>
            <a:ext cx="9512300" cy="139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249900" y="6718300"/>
            <a:ext cx="1206500" cy="9779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8567400" y="6946900"/>
            <a:ext cx="6731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No!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249900" y="9499600"/>
            <a:ext cx="1206500" cy="9779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8465800" y="9728200"/>
            <a:ext cx="10033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YES!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134600" y="9105900"/>
            <a:ext cx="3924300" cy="8128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0388600" y="9271000"/>
            <a:ext cx="3784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요청한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작업은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끝났나요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98200" y="8305800"/>
            <a:ext cx="5486400" cy="548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193000" y="9080500"/>
            <a:ext cx="3327400" cy="392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344865">
            <a:off x="14820900" y="8801100"/>
            <a:ext cx="2692400" cy="2692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120900" y="3175000"/>
            <a:ext cx="16700500" cy="7581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A : (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서류를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건네며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확인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부탁드립니다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
Process B 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,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하고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있으세요</a:t>
            </a:r>
          </a:p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Process A : 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(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관심이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있지만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내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작업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중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혹시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작업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끝나셨나요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?</a:t>
            </a:r>
          </a:p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B 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아직입니다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B : (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완료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)
Process A :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끝나셨나요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?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
Process B 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다했습니다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
Process A :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바로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처리하겠습니다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(2) Non-Blocking/Sync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127000" y="6172200"/>
            <a:ext cx="24625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Blocking/Sync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차이가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없다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(2) Non-Blocking/Sync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61200" y="8204200"/>
            <a:ext cx="105664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Non-Blocking/Sync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의미가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있나요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(2) Non-Blocking/Sync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51400" y="2616200"/>
            <a:ext cx="14655800" cy="825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-76200" y="11226800"/>
            <a:ext cx="24561800" cy="18923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게임이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실행되기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,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로딩을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위해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사용자에게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화면을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보여줘야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한다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.</a:t>
            </a:r>
            <a:b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</a:b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로딩이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완료되면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바로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게임이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시작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되야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한다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27200" y="3225800"/>
            <a:ext cx="20891500" cy="9537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0600" y="7035800"/>
            <a:ext cx="1625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Sync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40100" y="10668000"/>
            <a:ext cx="2006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Async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1500" y="4089400"/>
            <a:ext cx="2514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Blocking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4000" y="4089400"/>
            <a:ext cx="39624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Non-Blocking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85200" y="7035800"/>
            <a:ext cx="42672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Blocking/Sync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87700" y="7035800"/>
            <a:ext cx="57150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Non-Blocking/Sync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4700" y="10668000"/>
            <a:ext cx="46355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Blocking/Async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09900" y="10668000"/>
            <a:ext cx="60960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Non-Blocking/Async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8800" y="5676900"/>
            <a:ext cx="206883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854200" y="7937500"/>
            <a:ext cx="94742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9906000" y="8013700"/>
            <a:ext cx="94742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9296400"/>
            <a:ext cx="206883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216900" y="7366000"/>
            <a:ext cx="46228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09900" y="7366000"/>
            <a:ext cx="58928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(3) Blocking/Async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159000" y="8623300"/>
            <a:ext cx="93599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928600" y="8585200"/>
            <a:ext cx="92710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40500" y="4546600"/>
            <a:ext cx="647700" cy="96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16800" y="5435600"/>
            <a:ext cx="95123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0" y="5499100"/>
            <a:ext cx="6477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46600" y="8267700"/>
            <a:ext cx="647700" cy="1155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40500" y="9423400"/>
            <a:ext cx="647700" cy="3340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454900" y="9398000"/>
            <a:ext cx="95123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199100" y="4940300"/>
            <a:ext cx="40005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199100" y="8445500"/>
            <a:ext cx="1206500" cy="977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415000" y="8674100"/>
            <a:ext cx="10033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YES!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808700" y="5168900"/>
            <a:ext cx="3784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작업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하고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올께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(3) Blocking/Async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5500" y="3670300"/>
            <a:ext cx="16700500" cy="473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A : (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서류를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건네며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확인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부탁드립니다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
Process B 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볼때까지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기다리세요</a:t>
            </a:r>
          </a:p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Process A : 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(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관심없는데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기다린다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)</a:t>
            </a:r>
          </a:p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B 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결과가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~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하니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알아서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처리하세요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
Process A : 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시간날때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처리하겠습니다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(4) Non-Blocking/Async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3073400"/>
            <a:ext cx="32258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023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A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8500" y="3073400"/>
            <a:ext cx="32258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408400" y="3162300"/>
            <a:ext cx="2413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 B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159000" y="8623300"/>
            <a:ext cx="93599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928600" y="8585200"/>
            <a:ext cx="92710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40500" y="4546600"/>
            <a:ext cx="647700" cy="96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16800" y="5435600"/>
            <a:ext cx="95123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416800" y="5702300"/>
            <a:ext cx="95123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16800" y="9486900"/>
            <a:ext cx="6350000" cy="1524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026400" y="9728200"/>
            <a:ext cx="5499100" cy="1054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(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비동기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결과를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반환해도</a:t>
            </a:r>
          </a:p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해당업무를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바로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처리할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필요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없어요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0" y="5499100"/>
            <a:ext cx="6477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246600" y="10058400"/>
            <a:ext cx="647700" cy="1155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540500" y="5816600"/>
            <a:ext cx="647700" cy="6273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540500" y="12382500"/>
            <a:ext cx="647700" cy="62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454900" y="11176000"/>
            <a:ext cx="9512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249900" y="9499600"/>
            <a:ext cx="1206500" cy="9779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8465800" y="9728200"/>
            <a:ext cx="10033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latin typeface="BM JUA "/>
              </a:rPr>
              <a:t>YES!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199100" y="4940300"/>
            <a:ext cx="4000500" cy="977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8808700" y="5168900"/>
            <a:ext cx="37846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작업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하고</a:t>
            </a:r>
            <a:r>
              <a:rPr lang="en-US" sz="2965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965" b="false" i="false" u="none" strike="noStrike">
                <a:solidFill>
                  <a:srgbClr val="595959"/>
                </a:solidFill>
                <a:ea typeface="BM JUA "/>
              </a:rPr>
              <a:t>올께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95500" y="3670300"/>
            <a:ext cx="16700500" cy="473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A : (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서류를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건네며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확인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부탁드립니다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.
Process B :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읽어볼테니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들어가세요</a:t>
            </a:r>
          </a:p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595959"/>
                </a:solidFill>
                <a:latin typeface="BM JUA "/>
              </a:rPr>
              <a:t>Process A : 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(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관심없으니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내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작업하고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D6DBE"/>
                </a:solidFill>
                <a:ea typeface="BM JUA "/>
              </a:rPr>
              <a:t>있는다</a:t>
            </a:r>
            <a:r>
              <a:rPr lang="en-US" sz="5333" b="false" i="false" u="none" strike="noStrike">
                <a:solidFill>
                  <a:srgbClr val="5D6DBE"/>
                </a:solidFill>
                <a:latin typeface="BM JUA "/>
              </a:rPr>
              <a:t>)</a:t>
            </a:r>
          </a:p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Process B : (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완료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)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끝났으니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알아서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작업해주세요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
Process A : 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시간날때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처리하겠습니다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(4) Non-Blocking/Async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621500" y="9017000"/>
            <a:ext cx="4089400" cy="4089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16000" y="3302000"/>
            <a:ext cx="167513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언제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사용할까요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14300" y="596900"/>
            <a:ext cx="245872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4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가지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조합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- (4) Non-Blocking/Async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5524500"/>
            <a:ext cx="8420100" cy="5549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531600" y="7124700"/>
            <a:ext cx="10617200" cy="2374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API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요청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-&gt;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작업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진행</a:t>
            </a:r>
          </a:p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-&gt;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콜백을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통해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추가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작업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진행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3200" y="43053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13333" b="false" i="false" u="none" strike="noStrike">
                <a:solidFill>
                  <a:srgbClr val="595959"/>
                </a:solidFill>
                <a:latin typeface="BM JUA "/>
              </a:rPr>
              <a:t>I/O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700" y="87122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input / output,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데이터의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입출력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3200" y="43053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13333" b="false" i="false" u="none" strike="noStrike">
                <a:solidFill>
                  <a:srgbClr val="595959"/>
                </a:solidFill>
                <a:latin typeface="BM JUA "/>
              </a:rPr>
              <a:t>I/O</a:t>
            </a:r>
            <a:r>
              <a:rPr lang="ko-KR" sz="13333" b="false" i="false" u="none" strike="noStrike">
                <a:solidFill>
                  <a:srgbClr val="595959"/>
                </a:solidFill>
                <a:ea typeface="BM JUA "/>
              </a:rPr>
              <a:t>의</a:t>
            </a:r>
            <a:r>
              <a:rPr lang="en-US" sz="13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13333" b="false" i="false" u="none" strike="noStrike">
                <a:solidFill>
                  <a:srgbClr val="595959"/>
                </a:solidFill>
                <a:ea typeface="BM JUA "/>
              </a:rPr>
              <a:t>종류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700" y="87122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BM JUA "/>
              </a:rPr>
              <a:t>network(socket), file, pipe, device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3200" y="43053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13333" b="false" i="false" u="none" strike="noStrike">
                <a:solidFill>
                  <a:srgbClr val="595959"/>
                </a:solidFill>
                <a:latin typeface="BM JUA "/>
              </a:rPr>
              <a:t>I/O</a:t>
            </a:r>
            <a:r>
              <a:rPr lang="ko-KR" sz="13333" b="false" i="false" u="none" strike="noStrike">
                <a:solidFill>
                  <a:srgbClr val="595959"/>
                </a:solidFill>
                <a:ea typeface="BM JUA "/>
              </a:rPr>
              <a:t>의</a:t>
            </a:r>
            <a:r>
              <a:rPr lang="en-US" sz="13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13333" b="false" i="false" u="none" strike="noStrike">
                <a:solidFill>
                  <a:srgbClr val="595959"/>
                </a:solidFill>
                <a:ea typeface="BM JUA "/>
              </a:rPr>
              <a:t>종류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700" y="87122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D94925"/>
                </a:solidFill>
                <a:latin typeface="BM JUA "/>
              </a:rPr>
              <a:t>"network(socket)"</a:t>
            </a:r>
            <a:r>
              <a:rPr lang="en" sz="6666" b="false" i="false" u="none" strike="noStrike">
                <a:solidFill>
                  <a:srgbClr val="595959"/>
                </a:solidFill>
                <a:latin typeface="BM JUA "/>
              </a:rPr>
              <a:t>, file, pipe, device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 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08200" y="4102100"/>
            <a:ext cx="4940300" cy="835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79700" y="5232400"/>
            <a:ext cx="2870200" cy="485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149600" y="5537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5800" y="11391900"/>
            <a:ext cx="23368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Computer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22700" y="7924800"/>
            <a:ext cx="1511300" cy="1511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606800" y="8331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64000" y="4102100"/>
            <a:ext cx="4940300" cy="835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335500" y="5232400"/>
            <a:ext cx="2870200" cy="4851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7805400" y="5537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51600" y="11391900"/>
            <a:ext cx="23368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Computer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021300" y="7048500"/>
            <a:ext cx="1511300" cy="15113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805400" y="7454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521700" y="5499100"/>
            <a:ext cx="6769100" cy="5562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871200" y="7048500"/>
            <a:ext cx="20701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595959"/>
                </a:solidFill>
                <a:latin typeface="BM JUA "/>
              </a:rPr>
              <a:t>Network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241066">
            <a:off x="5448300" y="8178800"/>
            <a:ext cx="124460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3200" y="43053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13333" b="false" i="false" u="none" strike="noStrike">
                <a:solidFill>
                  <a:srgbClr val="595959"/>
                </a:solidFill>
                <a:latin typeface="BM JUA "/>
              </a:rPr>
              <a:t>Backend Server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700" y="87122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네트워크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상의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사용자들과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각각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6666" b="false" i="false" u="none" strike="noStrike">
                <a:solidFill>
                  <a:srgbClr val="D94925"/>
                </a:solidFill>
                <a:ea typeface="BM JUA "/>
              </a:rPr>
              <a:t>소켓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열고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통신한다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41800" y="7023100"/>
            <a:ext cx="1625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BM JUA "/>
              </a:rPr>
              <a:t>서버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16100" y="6858000"/>
            <a:ext cx="1511300" cy="1511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3002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32800" y="6858000"/>
            <a:ext cx="1511300" cy="1511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2169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77500" y="7556500"/>
            <a:ext cx="3492500" cy="139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35400" y="7112000"/>
            <a:ext cx="3670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BM JUA "/>
              </a:rPr>
              <a:t>클라이언트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79200" y="6972300"/>
            <a:ext cx="1625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BM JUA "/>
              </a:rPr>
              <a:t>서버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021300" y="7048500"/>
            <a:ext cx="1511300" cy="1511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805400" y="7454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84600" y="10363200"/>
            <a:ext cx="1511300" cy="1511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268700" y="107696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626100" y="10617200"/>
            <a:ext cx="1511300" cy="1511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10200" y="11010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18000" y="3086100"/>
            <a:ext cx="1511300" cy="1511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802100" y="34925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441700"/>
            <a:ext cx="1511300" cy="1511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299200" y="38481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661400" y="6858000"/>
            <a:ext cx="1511300" cy="1511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4582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78100" y="6858000"/>
            <a:ext cx="1511300" cy="151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3622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35500" y="7556500"/>
            <a:ext cx="34925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83800" y="8851900"/>
            <a:ext cx="1511300" cy="15113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9880600" y="925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83800" y="4864100"/>
            <a:ext cx="1511300" cy="1511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9880600" y="52578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00000" y="4864100"/>
            <a:ext cx="1511300" cy="15113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496800" y="52578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198600" y="6858000"/>
            <a:ext cx="1511300" cy="15113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39954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0" y="8851900"/>
            <a:ext cx="1511300" cy="1511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496800" y="925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140000">
            <a:off x="8242300" y="4749800"/>
            <a:ext cx="1803400" cy="139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1079999">
            <a:off x="14401800" y="4711700"/>
            <a:ext cx="2527300" cy="139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297221">
            <a:off x="15875000" y="7658100"/>
            <a:ext cx="20193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319999">
            <a:off x="14262100" y="10198100"/>
            <a:ext cx="2171700" cy="139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-1319999">
            <a:off x="7188200" y="10579100"/>
            <a:ext cx="2844800" cy="139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161000" y="9753600"/>
            <a:ext cx="1943100" cy="9779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8376900" y="9982200"/>
            <a:ext cx="1727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ea typeface="BM JUA "/>
              </a:rPr>
              <a:t>클라이언트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 I/O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31700" y="8242300"/>
            <a:ext cx="12153900" cy="18923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블락되지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않고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즉시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리턴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하기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때문에</a:t>
            </a:r>
          </a:p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스레드가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다른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작업을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수행할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수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있다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000500"/>
            <a:ext cx="2552700" cy="711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62000" y="4076700"/>
            <a:ext cx="1917700" cy="558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65" b="false" i="false" u="none" strike="noStrike">
                <a:solidFill>
                  <a:srgbClr val="595959"/>
                </a:solidFill>
                <a:latin typeface="BM JUA "/>
              </a:rPr>
              <a:t>thread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15400" y="4000500"/>
            <a:ext cx="2552700" cy="711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232900" y="4076700"/>
            <a:ext cx="1917700" cy="558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65" b="false" i="false" u="none" strike="noStrike">
                <a:solidFill>
                  <a:srgbClr val="595959"/>
                </a:solidFill>
                <a:latin typeface="BM JUA "/>
              </a:rPr>
              <a:t>kernel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981200" y="8394700"/>
            <a:ext cx="74041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540500" y="8356600"/>
            <a:ext cx="73406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73200" y="5168900"/>
            <a:ext cx="520700" cy="76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69500" y="7353300"/>
            <a:ext cx="5207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5867400"/>
            <a:ext cx="7531100" cy="114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2197100" y="6464300"/>
            <a:ext cx="7531100" cy="114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69500" y="5930900"/>
            <a:ext cx="520700" cy="647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56800" y="9525000"/>
            <a:ext cx="520700" cy="914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73200" y="6578600"/>
            <a:ext cx="520700" cy="825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73200" y="8039100"/>
            <a:ext cx="520700" cy="1485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73200" y="10439400"/>
            <a:ext cx="520700" cy="1003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797300" y="6667500"/>
            <a:ext cx="4406900" cy="647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4076700" y="6794500"/>
            <a:ext cx="42291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-1 (</a:t>
            </a: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EAGAIN</a:t>
            </a: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 or </a:t>
            </a: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EWOULDBLOCK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47900" y="9474200"/>
            <a:ext cx="7531100" cy="114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2209800" y="10414000"/>
            <a:ext cx="75311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502900" y="8813800"/>
            <a:ext cx="952500" cy="774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680700" y="8991600"/>
            <a:ext cx="7874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YES!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051300" y="5156200"/>
            <a:ext cx="3797300" cy="6477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4292600" y="5283200"/>
            <a:ext cx="36449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read</a:t>
            </a: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346" b="false" i="false" u="none" strike="noStrike">
                <a:solidFill>
                  <a:srgbClr val="D94925"/>
                </a:solidFill>
                <a:latin typeface="BM JUA "/>
              </a:rPr>
              <a:t>non-blocking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731500" y="6464300"/>
            <a:ext cx="21971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04500" y="5740400"/>
            <a:ext cx="2413000" cy="647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756900" y="5867400"/>
            <a:ext cx="23622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initiate read I/O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68000" y="6667500"/>
            <a:ext cx="2133600" cy="6477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0807700" y="6794500"/>
            <a:ext cx="20955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read response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10799999">
            <a:off x="10604500" y="7353300"/>
            <a:ext cx="2273300" cy="114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749800" y="10617200"/>
            <a:ext cx="2387600" cy="6477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4902200" y="10744200"/>
            <a:ext cx="23241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요청한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데이터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이동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4051300" y="8788400"/>
            <a:ext cx="3797300" cy="6477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4292600" y="8915400"/>
            <a:ext cx="36449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read</a:t>
            </a: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346" b="false" i="false" u="none" strike="noStrike">
                <a:solidFill>
                  <a:srgbClr val="D94925"/>
                </a:solidFill>
                <a:latin typeface="BM JUA "/>
              </a:rPr>
              <a:t>non-blocking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953000" y="4813300"/>
            <a:ext cx="2374900" cy="8763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4920" b="false" i="false" u="none" strike="noStrike">
                <a:solidFill>
                  <a:srgbClr val="595959"/>
                </a:solidFill>
                <a:latin typeface="BM JUA "/>
              </a:rPr>
              <a:t>A </a:t>
            </a:r>
            <a:r>
              <a:rPr lang="ko-KR" sz="4920" b="false" i="false" u="none" strike="noStrike">
                <a:solidFill>
                  <a:srgbClr val="595959"/>
                </a:solidFill>
                <a:ea typeface="BM JUA "/>
              </a:rPr>
              <a:t>소켓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05200" y="10020300"/>
            <a:ext cx="5270500" cy="8763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4920" b="false" i="false" u="none" strike="noStrike">
                <a:solidFill>
                  <a:srgbClr val="595959"/>
                </a:solidFill>
                <a:latin typeface="BM JUA "/>
              </a:rPr>
              <a:t>read(A </a:t>
            </a:r>
            <a:r>
              <a:rPr lang="ko-KR" sz="4920" b="false" i="false" u="none" strike="noStrike">
                <a:solidFill>
                  <a:srgbClr val="595959"/>
                </a:solidFill>
                <a:ea typeface="BM JUA "/>
              </a:rPr>
              <a:t>소켓</a:t>
            </a:r>
            <a:r>
              <a:rPr lang="en-US" sz="4920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30700" y="6007100"/>
            <a:ext cx="3632200" cy="3632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88950">
            <a:off x="7594600" y="7721600"/>
            <a:ext cx="95250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48200" y="6959600"/>
            <a:ext cx="29464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64000" y="5994400"/>
            <a:ext cx="3581400" cy="3581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386300" y="4813300"/>
            <a:ext cx="2349500" cy="863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4866" b="false" i="false" u="none" strike="noStrike">
                <a:solidFill>
                  <a:srgbClr val="595959"/>
                </a:solidFill>
                <a:latin typeface="BM JUA "/>
              </a:rPr>
              <a:t>B </a:t>
            </a:r>
            <a:r>
              <a:rPr lang="ko-KR" sz="4866" b="false" i="false" u="none" strike="noStrike">
                <a:solidFill>
                  <a:srgbClr val="595959"/>
                </a:solidFill>
                <a:ea typeface="BM JUA "/>
              </a:rPr>
              <a:t>소켓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51200" y="9956800"/>
            <a:ext cx="5219700" cy="8636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4866" b="false" i="false" u="none" strike="noStrike">
                <a:solidFill>
                  <a:srgbClr val="595959"/>
                </a:solidFill>
                <a:latin typeface="BM JUA "/>
              </a:rPr>
              <a:t>read(B </a:t>
            </a:r>
            <a:r>
              <a:rPr lang="ko-KR" sz="4866" b="false" i="false" u="none" strike="noStrike">
                <a:solidFill>
                  <a:srgbClr val="595959"/>
                </a:solidFill>
                <a:ea typeface="BM JUA "/>
              </a:rPr>
              <a:t>소켓</a:t>
            </a:r>
            <a:r>
              <a:rPr lang="en-US" sz="4866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7100" y="6959600"/>
            <a:ext cx="28067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send_buffer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648200" y="7810500"/>
            <a:ext cx="2946400" cy="711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4724400" y="7823200"/>
            <a:ext cx="28448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recv_buffer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094200" y="7035800"/>
            <a:ext cx="2946400" cy="7112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183100" y="7035800"/>
            <a:ext cx="28067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send_buffer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81500" y="7886700"/>
            <a:ext cx="2946400" cy="711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7170400" y="7886700"/>
            <a:ext cx="28448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recv_buffer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6700" y="32893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Socket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에게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6666" b="false" i="false" u="none" strike="noStrike">
                <a:solidFill>
                  <a:srgbClr val="FD8A69"/>
                </a:solidFill>
                <a:latin typeface="BM JUA "/>
              </a:rPr>
              <a:t>non-block I/O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Non-Block I/O 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36700" y="68580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I/O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작업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완료를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어떻게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확인할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것인가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Non-Block I/O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의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이슈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Non-Block I/O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의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이슈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4500" y="4000500"/>
            <a:ext cx="2552700" cy="711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62000" y="4076700"/>
            <a:ext cx="1917700" cy="558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65" b="false" i="false" u="none" strike="noStrike">
                <a:solidFill>
                  <a:srgbClr val="595959"/>
                </a:solidFill>
                <a:latin typeface="BM JUA "/>
              </a:rPr>
              <a:t>thread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15400" y="4000500"/>
            <a:ext cx="2552700" cy="711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232900" y="4076700"/>
            <a:ext cx="1917700" cy="558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65" b="false" i="false" u="none" strike="noStrike">
                <a:solidFill>
                  <a:srgbClr val="595959"/>
                </a:solidFill>
                <a:latin typeface="BM JUA "/>
              </a:rPr>
              <a:t>kernel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981200" y="8394700"/>
            <a:ext cx="74041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540500" y="8356600"/>
            <a:ext cx="73406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5168900"/>
            <a:ext cx="520700" cy="76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69500" y="7353300"/>
            <a:ext cx="520700" cy="68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71700" y="5867400"/>
            <a:ext cx="7531100" cy="114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197100" y="6464300"/>
            <a:ext cx="7531100" cy="114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69500" y="5930900"/>
            <a:ext cx="520700" cy="64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956800" y="9525000"/>
            <a:ext cx="520700" cy="914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73200" y="6578600"/>
            <a:ext cx="520700" cy="825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73200" y="8039100"/>
            <a:ext cx="520700" cy="1485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73200" y="10439400"/>
            <a:ext cx="520700" cy="1003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797300" y="6667500"/>
            <a:ext cx="4406900" cy="647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076700" y="6794500"/>
            <a:ext cx="42291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-1 (</a:t>
            </a: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EAGAIN</a:t>
            </a: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 or </a:t>
            </a: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EWOULDBLOCK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47900" y="9474200"/>
            <a:ext cx="7531100" cy="114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2209800" y="10414000"/>
            <a:ext cx="7531100" cy="114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1417300" y="8407400"/>
            <a:ext cx="1295400" cy="838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D94925"/>
                </a:solidFill>
                <a:latin typeface="BM JUA "/>
              </a:rPr>
              <a:t>Time gap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발생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051300" y="5156200"/>
            <a:ext cx="3797300" cy="647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4292600" y="5283200"/>
            <a:ext cx="36449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read</a:t>
            </a: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346" b="false" i="false" u="none" strike="noStrike">
                <a:solidFill>
                  <a:srgbClr val="D94925"/>
                </a:solidFill>
                <a:latin typeface="BM JUA "/>
              </a:rPr>
              <a:t>non-blocking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731500" y="6464300"/>
            <a:ext cx="2197100" cy="114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04500" y="5740400"/>
            <a:ext cx="2413000" cy="6477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0756900" y="5867400"/>
            <a:ext cx="23622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initiate read I/O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668000" y="6667500"/>
            <a:ext cx="2133600" cy="647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807700" y="6794500"/>
            <a:ext cx="20955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read response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-10799999">
            <a:off x="10604500" y="7353300"/>
            <a:ext cx="2273300" cy="114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4749800" y="10617200"/>
            <a:ext cx="2387600" cy="6477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4902200" y="10744200"/>
            <a:ext cx="23241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요청한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데이터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이동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051300" y="8788400"/>
            <a:ext cx="3797300" cy="6477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4292600" y="8915400"/>
            <a:ext cx="3644900" cy="419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346" b="false" i="false" u="none" strike="noStrike">
                <a:solidFill>
                  <a:srgbClr val="5D6DBE"/>
                </a:solidFill>
                <a:latin typeface="BM JUA "/>
              </a:rPr>
              <a:t>read</a:t>
            </a:r>
            <a:r>
              <a:rPr lang="en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346" b="false" i="false" u="none" strike="noStrike">
                <a:solidFill>
                  <a:srgbClr val="D94925"/>
                </a:solidFill>
                <a:latin typeface="BM JUA "/>
              </a:rPr>
              <a:t>non-blocking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34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  <a:r>
              <a:rPr lang="en-US" sz="234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71400" y="5245100"/>
            <a:ext cx="12153900" cy="2844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1.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완료된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시간과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완료를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확인한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시간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사이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갭으로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인해</a:t>
            </a:r>
          </a:p>
          <a:p>
            <a:pPr algn="ctr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처리속도가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느려질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수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있다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!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10800000">
            <a:off x="10604500" y="8064500"/>
            <a:ext cx="723900" cy="14605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2471400" y="9105900"/>
            <a:ext cx="12153900" cy="18923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2.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완료됐는지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반복적으로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확인하는</a:t>
            </a:r>
            <a:r>
              <a:rPr lang="en-US" sz="5333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595959"/>
                </a:solidFill>
                <a:ea typeface="BM JUA "/>
              </a:rPr>
              <a:t>것은</a:t>
            </a:r>
          </a:p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CPU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낭비가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5333" b="false" i="false" u="none" strike="noStrike">
                <a:solidFill>
                  <a:srgbClr val="D94925"/>
                </a:solidFill>
                <a:ea typeface="BM JUA "/>
              </a:rPr>
              <a:t>발생한다</a:t>
            </a:r>
            <a:r>
              <a:rPr lang="en-US" sz="5333" b="false" i="false" u="none" strike="noStrike">
                <a:solidFill>
                  <a:srgbClr val="D94925"/>
                </a:solidFill>
                <a:latin typeface="BM JUA "/>
              </a:rPr>
              <a:t>!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Non-Block I/O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의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이슈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79200" y="6972300"/>
            <a:ext cx="1625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BM JUA "/>
              </a:rPr>
              <a:t>서버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021300" y="7048500"/>
            <a:ext cx="1511300" cy="1511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805400" y="7454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84600" y="10363200"/>
            <a:ext cx="1511300" cy="1511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268700" y="107696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626100" y="10617200"/>
            <a:ext cx="1511300" cy="1511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10200" y="11010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18000" y="3086100"/>
            <a:ext cx="1511300" cy="1511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802100" y="34925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441700"/>
            <a:ext cx="1511300" cy="1511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299200" y="38481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661400" y="6858000"/>
            <a:ext cx="1511300" cy="1511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4582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78100" y="6858000"/>
            <a:ext cx="1511300" cy="151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3622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35500" y="7556500"/>
            <a:ext cx="34925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83800" y="8851900"/>
            <a:ext cx="1511300" cy="15113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9880600" y="925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83800" y="4864100"/>
            <a:ext cx="1511300" cy="1511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9880600" y="52578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00000" y="4864100"/>
            <a:ext cx="1511300" cy="15113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496800" y="52578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198600" y="6858000"/>
            <a:ext cx="1511300" cy="15113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39954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00000" y="8851900"/>
            <a:ext cx="1511300" cy="1511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496800" y="925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140000">
            <a:off x="8242300" y="4749800"/>
            <a:ext cx="1803400" cy="139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-1079999">
            <a:off x="14401800" y="4711700"/>
            <a:ext cx="2527300" cy="139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297221">
            <a:off x="15875000" y="7658100"/>
            <a:ext cx="20193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319999">
            <a:off x="14262100" y="10198100"/>
            <a:ext cx="2171700" cy="139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1319999">
            <a:off x="7188200" y="10579100"/>
            <a:ext cx="2844800" cy="139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161000" y="9753600"/>
            <a:ext cx="1943100" cy="9779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8376900" y="9982200"/>
            <a:ext cx="1727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ea typeface="BM JUA "/>
              </a:rPr>
              <a:t>클라이언트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915400" y="3441700"/>
            <a:ext cx="1841500" cy="11176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9144000" y="3759200"/>
            <a:ext cx="1498600" cy="469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595959"/>
                </a:solidFill>
                <a:ea typeface="BM JUA "/>
              </a:rPr>
              <a:t>도착했나요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273800" y="6375400"/>
            <a:ext cx="2171700" cy="11176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6502400" y="6692900"/>
            <a:ext cx="1765300" cy="469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595959"/>
                </a:solidFill>
                <a:ea typeface="BM JUA "/>
              </a:rPr>
              <a:t>도착했습니까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670800" y="9144000"/>
            <a:ext cx="1968500" cy="11176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7899400" y="9474200"/>
            <a:ext cx="1689100" cy="469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도착했어요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281400" y="6375400"/>
            <a:ext cx="1841500" cy="1117600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16522700" y="6692900"/>
            <a:ext cx="1498600" cy="469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595959"/>
                </a:solidFill>
                <a:ea typeface="BM JUA "/>
              </a:rPr>
              <a:t>도착했나요</a:t>
            </a:r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439900" y="3441700"/>
            <a:ext cx="2082800" cy="1117600"/>
          </a:xfrm>
          <a:prstGeom prst="rect">
            <a:avLst/>
          </a:prstGeom>
        </p:spPr>
      </p:pic>
      <p:sp>
        <p:nvSpPr>
          <p:cNvPr name="TextBox 46" id="46"/>
          <p:cNvSpPr txBox="true"/>
          <p:nvPr/>
        </p:nvSpPr>
        <p:spPr>
          <a:xfrm rot="0">
            <a:off x="14681200" y="3759200"/>
            <a:ext cx="1765300" cy="469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666" b="false" i="false" u="none" strike="noStrike">
                <a:solidFill>
                  <a:srgbClr val="595959"/>
                </a:solidFill>
                <a:ea typeface="BM JUA "/>
              </a:rPr>
              <a:t>도착했냐구요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871700" y="8902700"/>
            <a:ext cx="1651000" cy="1117600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15100300" y="9232900"/>
            <a:ext cx="1409700" cy="469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도착했죠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?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Non-Block I/O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의</a:t>
            </a:r>
            <a:r>
              <a:rPr lang="en-US" sz="6666" b="true" i="false" u="none" strike="noStrike">
                <a:solidFill>
                  <a:srgbClr val="FFFFFF"/>
                </a:solidFill>
                <a:latin typeface="BM JUA "/>
              </a:rPr>
              <a:t> </a:t>
            </a:r>
            <a:r>
              <a:rPr lang="ko-KR" sz="6666" b="true" i="false" u="none" strike="noStrike">
                <a:solidFill>
                  <a:srgbClr val="FFFFFF"/>
                </a:solidFill>
                <a:ea typeface="BM JUA "/>
              </a:rPr>
              <a:t>이슈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79200" y="6972300"/>
            <a:ext cx="1625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BM JUA "/>
              </a:rPr>
              <a:t>서버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021300" y="7048500"/>
            <a:ext cx="1511300" cy="1511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805400" y="7454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84600" y="10363200"/>
            <a:ext cx="1511300" cy="1511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268700" y="107696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626100" y="10617200"/>
            <a:ext cx="1511300" cy="1511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410200" y="11010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18000" y="3086100"/>
            <a:ext cx="1511300" cy="1511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802100" y="34925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441700"/>
            <a:ext cx="1511300" cy="1511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299200" y="38481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661400" y="6858000"/>
            <a:ext cx="1511300" cy="1511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4582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78100" y="6858000"/>
            <a:ext cx="1511300" cy="151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3622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35500" y="7556500"/>
            <a:ext cx="34925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83800" y="8851900"/>
            <a:ext cx="1511300" cy="15113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9880600" y="925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83800" y="4864100"/>
            <a:ext cx="1511300" cy="1511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9880600" y="52578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00000" y="4864100"/>
            <a:ext cx="1511300" cy="15113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496800" y="52578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198600" y="6858000"/>
            <a:ext cx="1511300" cy="15113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3995400" y="7264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00000" y="8851900"/>
            <a:ext cx="1511300" cy="1511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496800" y="925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140000">
            <a:off x="8242300" y="4749800"/>
            <a:ext cx="1803400" cy="139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-1079999">
            <a:off x="14401800" y="4711700"/>
            <a:ext cx="2527300" cy="139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297221">
            <a:off x="15875000" y="7658100"/>
            <a:ext cx="20193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319999">
            <a:off x="14262100" y="10198100"/>
            <a:ext cx="2171700" cy="139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1319999">
            <a:off x="7188200" y="10579100"/>
            <a:ext cx="2844800" cy="139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161000" y="9753600"/>
            <a:ext cx="1943100" cy="9779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8376900" y="9982200"/>
            <a:ext cx="1727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ea typeface="BM JUA "/>
              </a:rPr>
              <a:t>클라이언트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991600" y="2895600"/>
            <a:ext cx="6337300" cy="13208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9740900" y="3149600"/>
            <a:ext cx="51308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하나라도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들어오면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데이터가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들어왔다고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이야기해주면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되는거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666" b="false" i="false" u="none" strike="noStrike">
                <a:solidFill>
                  <a:srgbClr val="595959"/>
                </a:solidFill>
                <a:ea typeface="BM JUA "/>
              </a:rPr>
              <a:t>아니야</a:t>
            </a:r>
            <a:r>
              <a:rPr lang="en-US" sz="2666" b="false" i="false" u="none" strike="noStrike">
                <a:solidFill>
                  <a:srgbClr val="595959"/>
                </a:solidFill>
                <a:latin typeface="BM JUA "/>
              </a:rPr>
              <a:t>? 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267700" y="4457700"/>
            <a:ext cx="7797800" cy="62738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 Multiplexing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3200" y="43053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13333" b="false" i="false" u="none" strike="noStrike">
                <a:solidFill>
                  <a:srgbClr val="595959"/>
                </a:solidFill>
                <a:latin typeface="BM JUA "/>
              </a:rPr>
              <a:t>I/O Multiplexing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700" y="8712200"/>
            <a:ext cx="21310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관심있는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I/O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작업들을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6666" b="false" i="false" u="none" strike="noStrike">
                <a:solidFill>
                  <a:srgbClr val="D94925"/>
                </a:solidFill>
                <a:ea typeface="BM JUA "/>
              </a:rPr>
              <a:t>동시에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모니터링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하고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, </a:t>
            </a:r>
          </a:p>
          <a:p>
            <a:pPr algn="ctr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그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중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완료된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I/O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작업들을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6666" b="false" i="false" u="none" strike="noStrike">
                <a:solidFill>
                  <a:srgbClr val="D94925"/>
                </a:solidFill>
                <a:ea typeface="BM JUA "/>
              </a:rPr>
              <a:t>한번에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알려주는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방법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 Multiplexing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737100" y="2616200"/>
            <a:ext cx="3048000" cy="838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118100" y="2705100"/>
            <a:ext cx="2286000" cy="673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785" b="false" i="false" u="none" strike="noStrike">
                <a:solidFill>
                  <a:srgbClr val="595959"/>
                </a:solidFill>
                <a:latin typeface="BM JUA "/>
              </a:rPr>
              <a:t>thread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71700" y="2616200"/>
            <a:ext cx="3048000" cy="838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252700" y="2705100"/>
            <a:ext cx="2286000" cy="673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785" b="false" i="false" u="none" strike="noStrike">
                <a:solidFill>
                  <a:srgbClr val="595959"/>
                </a:solidFill>
                <a:latin typeface="BM JUA "/>
              </a:rPr>
              <a:t>kernel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33500" y="8369300"/>
            <a:ext cx="98425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506200" y="8356600"/>
            <a:ext cx="98171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69000" y="4013200"/>
            <a:ext cx="622300" cy="914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129000" y="6629400"/>
            <a:ext cx="6223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07200" y="4851400"/>
            <a:ext cx="90043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129000" y="4914900"/>
            <a:ext cx="622300" cy="787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129000" y="8102600"/>
            <a:ext cx="622300" cy="129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969000" y="7277100"/>
            <a:ext cx="622300" cy="901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969000" y="9398000"/>
            <a:ext cx="622300" cy="1130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07200" y="8102600"/>
            <a:ext cx="90043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6858000" y="9398000"/>
            <a:ext cx="90043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064500" y="4013200"/>
            <a:ext cx="6502400" cy="774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470900" y="4165600"/>
            <a:ext cx="61976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2806" b="false" i="false" u="none" strike="noStrike">
                <a:solidFill>
                  <a:srgbClr val="5D6DBE"/>
                </a:solidFill>
                <a:latin typeface="BM JUA "/>
              </a:rPr>
              <a:t>2</a:t>
            </a:r>
            <a:r>
              <a:rPr lang="ko-KR" sz="2806" b="false" i="false" u="none" strike="noStrike">
                <a:solidFill>
                  <a:srgbClr val="5D6DBE"/>
                </a:solidFill>
                <a:ea typeface="BM JUA "/>
              </a:rPr>
              <a:t>개의</a:t>
            </a:r>
            <a:r>
              <a:rPr lang="en-US" sz="280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D6DBE"/>
                </a:solidFill>
                <a:ea typeface="BM JUA "/>
              </a:rPr>
              <a:t>소켓</a:t>
            </a:r>
            <a:r>
              <a:rPr lang="en-US" sz="2806" b="false" i="false" u="none" strike="noStrike">
                <a:solidFill>
                  <a:srgbClr val="5D6DBE"/>
                </a:solidFill>
                <a:latin typeface="BM JUA "/>
              </a:rPr>
              <a:t> / read</a:t>
            </a:r>
            <a:r>
              <a:rPr lang="en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806" b="false" i="false" u="none" strike="noStrike">
                <a:solidFill>
                  <a:srgbClr val="D94925"/>
                </a:solidFill>
                <a:latin typeface="BM JUA "/>
              </a:rPr>
              <a:t>non-blocking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030700" y="5562600"/>
            <a:ext cx="26289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891000" y="4686300"/>
            <a:ext cx="2882900" cy="774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068800" y="4851400"/>
            <a:ext cx="28194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6" b="false" i="false" u="none" strike="noStrike">
                <a:solidFill>
                  <a:srgbClr val="FD9F28"/>
                </a:solidFill>
                <a:latin typeface="BM JUA "/>
              </a:rPr>
              <a:t>initiate read I/O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056100" y="6883400"/>
            <a:ext cx="2552700" cy="774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7221200" y="7035800"/>
            <a:ext cx="25019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6" b="false" i="false" u="none" strike="noStrike">
                <a:solidFill>
                  <a:srgbClr val="5D6DBE"/>
                </a:solidFill>
                <a:latin typeface="BM JUA "/>
              </a:rPr>
              <a:t>read response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-10799999">
            <a:off x="16891000" y="6629400"/>
            <a:ext cx="2717800" cy="139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007600" y="9537700"/>
            <a:ext cx="2844800" cy="7747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0185400" y="9690100"/>
            <a:ext cx="27686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요청한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806" b="false" i="false" u="none" strike="noStrike">
                <a:solidFill>
                  <a:srgbClr val="FD9F28"/>
                </a:solidFill>
                <a:ea typeface="BM JUA "/>
              </a:rPr>
              <a:t>데이터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이동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182100" y="8267700"/>
            <a:ext cx="4533900" cy="774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9461500" y="8420100"/>
            <a:ext cx="43561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6" b="false" i="false" u="none" strike="noStrike">
                <a:solidFill>
                  <a:srgbClr val="FD9F28"/>
                </a:solidFill>
                <a:latin typeface="BM JUA "/>
              </a:rPr>
              <a:t>read </a:t>
            </a:r>
            <a:r>
              <a:rPr lang="en" sz="2806" b="false" i="false" u="none" strike="noStrike">
                <a:solidFill>
                  <a:srgbClr val="D94925"/>
                </a:solidFill>
                <a:latin typeface="BM JUA "/>
              </a:rPr>
              <a:t>non-blocking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891000" y="3860800"/>
            <a:ext cx="2882900" cy="7747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7068800" y="4025900"/>
            <a:ext cx="28194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6" b="false" i="false" u="none" strike="noStrike">
                <a:solidFill>
                  <a:srgbClr val="5D6DBE"/>
                </a:solidFill>
                <a:latin typeface="BM JUA "/>
              </a:rPr>
              <a:t>initiate read I/O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056100" y="7785100"/>
            <a:ext cx="2552700" cy="774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7221200" y="7937500"/>
            <a:ext cx="25019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6" b="false" i="false" u="none" strike="noStrike">
                <a:solidFill>
                  <a:srgbClr val="FD9F28"/>
                </a:solidFill>
                <a:latin typeface="BM JUA "/>
              </a:rPr>
              <a:t>read response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042400" y="3149600"/>
            <a:ext cx="4178300" cy="7747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9309100" y="3302000"/>
            <a:ext cx="40259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6" b="false" i="false" u="none" strike="noStrike">
                <a:solidFill>
                  <a:srgbClr val="5D6DBE"/>
                </a:solidFill>
                <a:latin typeface="BM JUA "/>
              </a:rPr>
              <a:t>I/O Multiplexing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969000" y="11798300"/>
            <a:ext cx="622300" cy="1270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10800000">
            <a:off x="6769100" y="7124700"/>
            <a:ext cx="9004300" cy="1397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842500" y="7264400"/>
            <a:ext cx="3289300" cy="7747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0058400" y="7416800"/>
            <a:ext cx="31877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806" b="false" i="false" u="none" strike="noStrike">
                <a:solidFill>
                  <a:srgbClr val="D94925"/>
                </a:solidFill>
                <a:ea typeface="BM JUA "/>
              </a:rPr>
              <a:t>데이터</a:t>
            </a:r>
            <a:r>
              <a:rPr lang="en-US" sz="2806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D94925"/>
                </a:solidFill>
                <a:ea typeface="BM JUA "/>
              </a:rPr>
              <a:t>사용</a:t>
            </a:r>
            <a:r>
              <a:rPr lang="en-US" sz="2806" b="false" i="false" u="none" strike="noStrike">
                <a:solidFill>
                  <a:srgbClr val="D94925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D94925"/>
                </a:solidFill>
                <a:ea typeface="BM JUA "/>
              </a:rPr>
              <a:t>가능해요</a:t>
            </a:r>
            <a:r>
              <a:rPr lang="en-US" sz="2806" b="false" i="false" u="none" strike="noStrike">
                <a:solidFill>
                  <a:srgbClr val="D94925"/>
                </a:solidFill>
                <a:latin typeface="BM JUA "/>
              </a:rPr>
              <a:t>!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129000" y="10528300"/>
            <a:ext cx="622300" cy="11303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6769100" y="11671300"/>
            <a:ext cx="9004300" cy="1397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045700" y="11798300"/>
            <a:ext cx="2806700" cy="774700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10223500" y="11963400"/>
            <a:ext cx="27432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요청한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806" b="false" i="false" u="none" strike="noStrike">
                <a:solidFill>
                  <a:srgbClr val="5D6DBE"/>
                </a:solidFill>
                <a:ea typeface="BM JUA "/>
              </a:rPr>
              <a:t>데이터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이동</a:t>
            </a:r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69100" y="10464800"/>
            <a:ext cx="9004300" cy="1397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182100" y="10668000"/>
            <a:ext cx="4533900" cy="7747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9461500" y="10820400"/>
            <a:ext cx="4356100" cy="495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806" b="false" i="false" u="none" strike="noStrike">
                <a:solidFill>
                  <a:srgbClr val="5D6DBE"/>
                </a:solidFill>
                <a:latin typeface="BM JUA "/>
              </a:rPr>
              <a:t>read</a:t>
            </a:r>
            <a:r>
              <a:rPr lang="en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2806" b="false" i="false" u="none" strike="noStrike">
                <a:solidFill>
                  <a:srgbClr val="D94925"/>
                </a:solidFill>
                <a:latin typeface="BM JUA "/>
              </a:rPr>
              <a:t>non-blocking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시스템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2806" b="false" i="false" u="none" strike="noStrike">
                <a:solidFill>
                  <a:srgbClr val="595959"/>
                </a:solidFill>
                <a:ea typeface="BM JUA "/>
              </a:rPr>
              <a:t>콜</a:t>
            </a:r>
            <a:r>
              <a:rPr lang="en-US" sz="2806" b="false" i="false" u="none" strike="noStrike">
                <a:solidFill>
                  <a:srgbClr val="595959"/>
                </a:solidFill>
                <a:latin typeface="BM JUA "/>
              </a:rPr>
              <a:t> 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36700" y="38354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Arial"/>
              </a:rPr>
              <a:t>I/O Multiplexing </a:t>
            </a:r>
            <a:r>
              <a:rPr lang="ko-KR" sz="6666" b="false" i="false" u="none" strike="noStrike">
                <a:solidFill>
                  <a:srgbClr val="595959"/>
                </a:solidFill>
                <a:ea typeface="Arial"/>
              </a:rPr>
              <a:t>종류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Arial"/>
              </a:rPr>
              <a:t>I/O Multiplexing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200" y="5676900"/>
            <a:ext cx="21310600" cy="5930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Arial"/>
              </a:rPr>
              <a:t>select</a:t>
            </a:r>
          </a:p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Arial"/>
              </a:rPr>
              <a:t>poll</a:t>
            </a:r>
          </a:p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Arial"/>
              </a:rPr>
              <a:t>epoll</a:t>
            </a:r>
          </a:p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Arial"/>
              </a:rPr>
              <a:t>kqueue</a:t>
            </a:r>
          </a:p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Arial"/>
              </a:rPr>
              <a:t>IOCP(I/O completion port)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63700" y="2997200"/>
            <a:ext cx="40513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Arial"/>
              </a:rPr>
              <a:t>Linux epoll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Arial"/>
              </a:rPr>
              <a:t>I/O Multiplexing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57200" y="7658100"/>
            <a:ext cx="1625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Arial"/>
              </a:rPr>
              <a:t>서버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99300" y="7747000"/>
            <a:ext cx="1511300" cy="1511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583400" y="8153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62600" y="11061700"/>
            <a:ext cx="1511300" cy="1511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046700" y="11455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04100" y="11303000"/>
            <a:ext cx="1511300" cy="1511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188200" y="11709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796000" y="3784600"/>
            <a:ext cx="1511300" cy="1511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8592800" y="417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293100" y="4140200"/>
            <a:ext cx="1511300" cy="15113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8077200" y="4533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52100" y="7556500"/>
            <a:ext cx="1511300" cy="1511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236200" y="7950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356100" y="7556500"/>
            <a:ext cx="1511300" cy="1511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4152900" y="7950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13500" y="8255000"/>
            <a:ext cx="34925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61800" y="9550400"/>
            <a:ext cx="1511300" cy="15113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658600" y="99441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61800" y="5549900"/>
            <a:ext cx="1511300" cy="15113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658600" y="5956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478000" y="5549900"/>
            <a:ext cx="1511300" cy="15113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4274800" y="5956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989300" y="7556500"/>
            <a:ext cx="1511300" cy="1511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5773400" y="7950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478000" y="9550400"/>
            <a:ext cx="1511300" cy="15113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4274800" y="99441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140000">
            <a:off x="10020300" y="5448300"/>
            <a:ext cx="1803400" cy="139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-1079999">
            <a:off x="16179800" y="5410200"/>
            <a:ext cx="25273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297221">
            <a:off x="17653000" y="8343900"/>
            <a:ext cx="2019300" cy="139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319999">
            <a:off x="16040100" y="10883900"/>
            <a:ext cx="2171700" cy="139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1319999">
            <a:off x="8978900" y="11277600"/>
            <a:ext cx="2844800" cy="139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951700" y="10452100"/>
            <a:ext cx="1943100" cy="9779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20154900" y="10680700"/>
            <a:ext cx="1727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ea typeface="Arial"/>
              </a:rPr>
              <a:t>클라이언트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045700" y="5156200"/>
            <a:ext cx="7797800" cy="627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798300" y="3124200"/>
            <a:ext cx="38735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Arial"/>
              </a:rPr>
              <a:t>epoll read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45700" y="5156200"/>
            <a:ext cx="7797800" cy="627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63700" y="2997200"/>
            <a:ext cx="40513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BM JUA "/>
              </a:rPr>
              <a:t>Linux epoll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 Multiplexing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57200" y="7658100"/>
            <a:ext cx="1625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ea typeface="BM JUA "/>
              </a:rPr>
              <a:t>서버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99300" y="7747000"/>
            <a:ext cx="1511300" cy="1511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583400" y="8153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262600" y="11061700"/>
            <a:ext cx="1511300" cy="1511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046700" y="11455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04100" y="11303000"/>
            <a:ext cx="1511300" cy="1511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188200" y="117094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796000" y="3784600"/>
            <a:ext cx="1511300" cy="1511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8592800" y="4178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293100" y="4140200"/>
            <a:ext cx="1511300" cy="1511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077200" y="45339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52100" y="7556500"/>
            <a:ext cx="1511300" cy="151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0236200" y="7950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56100" y="7556500"/>
            <a:ext cx="1511300" cy="1511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152900" y="7950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13500" y="8255000"/>
            <a:ext cx="34925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61800" y="9550400"/>
            <a:ext cx="1511300" cy="1511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1658600" y="99441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861800" y="5549900"/>
            <a:ext cx="1511300" cy="15113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1658600" y="5956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478000" y="5549900"/>
            <a:ext cx="1511300" cy="15113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4274800" y="59563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89300" y="7556500"/>
            <a:ext cx="1511300" cy="1511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5773400" y="79502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478000" y="9550400"/>
            <a:ext cx="1511300" cy="1511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4274800" y="9944100"/>
            <a:ext cx="1930400" cy="711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FFFFFF"/>
                </a:solidFill>
                <a:latin typeface="BM JUA "/>
              </a:rPr>
              <a:t>S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140000">
            <a:off x="10020300" y="5448300"/>
            <a:ext cx="18034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-1079999">
            <a:off x="16179800" y="5410200"/>
            <a:ext cx="2527300" cy="139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297221">
            <a:off x="17653000" y="8343900"/>
            <a:ext cx="2019300" cy="139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319999">
            <a:off x="16040100" y="10883900"/>
            <a:ext cx="2171700" cy="139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1319999">
            <a:off x="8978900" y="11277600"/>
            <a:ext cx="2844800" cy="139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951700" y="10452100"/>
            <a:ext cx="1943100" cy="9779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20154900" y="10680700"/>
            <a:ext cx="17272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65" b="false" i="false" u="none" strike="noStrike">
                <a:solidFill>
                  <a:srgbClr val="595959"/>
                </a:solidFill>
                <a:ea typeface="BM JUA "/>
              </a:rPr>
              <a:t>클라이언트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98300" y="3124200"/>
            <a:ext cx="38735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BM JUA "/>
              </a:rPr>
              <a:t>epoll read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 Multiplexing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3200" y="43053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13333" b="false" i="false" u="none" strike="noStrike">
                <a:solidFill>
                  <a:srgbClr val="595959"/>
                </a:solidFill>
                <a:latin typeface="BM JUA "/>
              </a:rPr>
              <a:t>I/O Multiplexing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700" y="8712200"/>
            <a:ext cx="213106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네트워크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통신에서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많이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사용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latin typeface="BM JUA "/>
              </a:rPr>
              <a:t>I/O Multiplexing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3098800"/>
            <a:ext cx="22847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이외에도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en" sz="6666" b="false" i="false" u="none" strike="noStrike">
                <a:solidFill>
                  <a:srgbClr val="D94925"/>
                </a:solidFill>
                <a:latin typeface="BM JUA "/>
              </a:rPr>
              <a:t>Callback / Signal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통해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Non-Block IO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처리할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수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있다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8200" y="5130800"/>
            <a:ext cx="22847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BM JUA "/>
              </a:rPr>
              <a:t>POSIX AIO / LINUX AIO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200" y="7150100"/>
            <a:ext cx="22847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하지만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요즘에는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잘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사용되지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않음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10744200"/>
            <a:ext cx="22847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595959"/>
                </a:solidFill>
                <a:latin typeface="BM JUA "/>
              </a:rPr>
              <a:t>+ </a:t>
            </a:r>
            <a:r>
              <a:rPr lang="en" sz="6666" b="false" i="false" u="none" strike="noStrike">
                <a:solidFill>
                  <a:srgbClr val="D94925"/>
                </a:solidFill>
                <a:latin typeface="BM JUA "/>
              </a:rPr>
              <a:t>I/O uring</a:t>
            </a:r>
            <a:r>
              <a:rPr lang="en" sz="6666" b="false" i="false" u="none" strike="noStrike">
                <a:solidFill>
                  <a:srgbClr val="595959"/>
                </a:solidFill>
                <a:latin typeface="BM JUA "/>
              </a:rPr>
              <a:t> (File i/o)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2578100"/>
            <a:ext cx="24523700" cy="483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36700" y="5562600"/>
            <a:ext cx="21310600" cy="355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핵심은</a:t>
            </a:r>
            <a:br>
              <a:rPr lang="ko-KR" sz="6666" b="false" i="false" u="none" strike="noStrike">
                <a:solidFill>
                  <a:srgbClr val="595959"/>
                </a:solidFill>
                <a:ea typeface="BM JUA "/>
              </a:rPr>
            </a:b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Non-Block I/O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를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통해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
I/O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요청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완료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전에도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다른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일을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할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수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있다는</a:t>
            </a:r>
            <a:r>
              <a:rPr lang="en-US" sz="6666" b="false" i="false" u="none" strike="noStrike">
                <a:solidFill>
                  <a:srgbClr val="5D6DBE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D6DBE"/>
                </a:solidFill>
                <a:ea typeface="BM JUA "/>
              </a:rPr>
              <a:t>것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43700" y="596900"/>
            <a:ext cx="110363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6666" b="true" i="false" u="none" strike="noStrike">
                <a:solidFill>
                  <a:srgbClr val="FFFFFF"/>
                </a:solidFill>
                <a:ea typeface="BM JUA "/>
              </a:rPr>
              <a:t>정리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700" y="56769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13333" b="false" i="false" u="none" strike="noStrike">
                <a:solidFill>
                  <a:srgbClr val="595959"/>
                </a:solidFill>
                <a:ea typeface="BM JUA "/>
              </a:rPr>
              <a:t>여담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163300" y="2197100"/>
            <a:ext cx="123444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96900" y="3162300"/>
            <a:ext cx="10007600" cy="74041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51200" y="444500"/>
            <a:ext cx="17894300" cy="128397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635500" y="660400"/>
            <a:ext cx="15113000" cy="8902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31300" y="5892800"/>
            <a:ext cx="4216400" cy="3200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52600" y="9779000"/>
            <a:ext cx="21310600" cy="355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Sync : I/O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호출한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쪽이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결과까지도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직접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챙기는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경우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
Async :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커널로부터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노티를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받거나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혹은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콜백형태로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동작하는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경우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
(I/O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시작한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쪽에서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챙기지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않아도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되는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경우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635500" y="660400"/>
            <a:ext cx="15113000" cy="8902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31300" y="5892800"/>
            <a:ext cx="4216400" cy="3200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52600" y="9779000"/>
            <a:ext cx="21310600" cy="355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Sync : I/O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호출한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쪽이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결과까지도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직접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챙기는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경우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
Async :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커널로부터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노티를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받거나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혹은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콜백형태로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동작하는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경우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
(I/O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를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시작한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쪽에서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챙기지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않아도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되는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 </a:t>
            </a:r>
            <a:r>
              <a:rPr lang="ko-KR" sz="6666" b="false" i="false" u="none" strike="noStrike">
                <a:solidFill>
                  <a:srgbClr val="595959"/>
                </a:solidFill>
                <a:ea typeface="BM JUA "/>
              </a:rPr>
              <a:t>경우</a:t>
            </a:r>
            <a:r>
              <a:rPr lang="en-US" sz="6666" b="false" i="false" u="none" strike="noStrike">
                <a:solidFill>
                  <a:srgbClr val="595959"/>
                </a:solidFill>
                <a:latin typeface="BM JUA "/>
              </a:rPr>
              <a:t>)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823700" y="1955800"/>
            <a:ext cx="4876800" cy="35306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700" y="5676900"/>
            <a:ext cx="21564600" cy="2374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13333" b="false" i="false" u="none" strike="noStrike">
                <a:solidFill>
                  <a:srgbClr val="595959"/>
                </a:solidFill>
                <a:ea typeface="BM JUA 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